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4082" r:id="rId4"/>
  </p:sldMasterIdLst>
  <p:notesMasterIdLst>
    <p:notesMasterId r:id="rId20"/>
  </p:notesMasterIdLst>
  <p:handoutMasterIdLst>
    <p:handoutMasterId r:id="rId21"/>
  </p:handoutMasterIdLst>
  <p:sldIdLst>
    <p:sldId id="257" r:id="rId5"/>
    <p:sldId id="264" r:id="rId6"/>
    <p:sldId id="263" r:id="rId7"/>
    <p:sldId id="265" r:id="rId8"/>
    <p:sldId id="261" r:id="rId9"/>
    <p:sldId id="262" r:id="rId10"/>
    <p:sldId id="258" r:id="rId11"/>
    <p:sldId id="266" r:id="rId12"/>
    <p:sldId id="259" r:id="rId13"/>
    <p:sldId id="270" r:id="rId14"/>
    <p:sldId id="267" r:id="rId15"/>
    <p:sldId id="271" r:id="rId16"/>
    <p:sldId id="272" r:id="rId17"/>
    <p:sldId id="268" r:id="rId18"/>
    <p:sldId id="269" r:id="rId19"/>
  </p:sldIdLst>
  <p:sldSz cx="12188825" cy="6858000"/>
  <p:notesSz cx="9144000" cy="6858000"/>
  <p:defaultTextStyle>
    <a:defPPr>
      <a:defRPr lang="en-US"/>
    </a:defPPr>
    <a:lvl1pPr marL="0" algn="l" defTabSz="914274" rtl="0" eaLnBrk="1" latinLnBrk="0" hangingPunct="1">
      <a:defRPr sz="1764" kern="1200">
        <a:solidFill>
          <a:schemeClr val="tx1"/>
        </a:solidFill>
        <a:latin typeface="+mn-lt"/>
        <a:ea typeface="+mn-ea"/>
        <a:cs typeface="+mn-cs"/>
      </a:defRPr>
    </a:lvl1pPr>
    <a:lvl2pPr marL="457137" algn="l" defTabSz="914274" rtl="0" eaLnBrk="1" latinLnBrk="0" hangingPunct="1">
      <a:defRPr sz="1764" kern="1200">
        <a:solidFill>
          <a:schemeClr val="tx1"/>
        </a:solidFill>
        <a:latin typeface="+mn-lt"/>
        <a:ea typeface="+mn-ea"/>
        <a:cs typeface="+mn-cs"/>
      </a:defRPr>
    </a:lvl2pPr>
    <a:lvl3pPr marL="914274" algn="l" defTabSz="914274" rtl="0" eaLnBrk="1" latinLnBrk="0" hangingPunct="1">
      <a:defRPr sz="1764" kern="1200">
        <a:solidFill>
          <a:schemeClr val="tx1"/>
        </a:solidFill>
        <a:latin typeface="+mn-lt"/>
        <a:ea typeface="+mn-ea"/>
        <a:cs typeface="+mn-cs"/>
      </a:defRPr>
    </a:lvl3pPr>
    <a:lvl4pPr marL="1371411" algn="l" defTabSz="914274" rtl="0" eaLnBrk="1" latinLnBrk="0" hangingPunct="1">
      <a:defRPr sz="1764" kern="1200">
        <a:solidFill>
          <a:schemeClr val="tx1"/>
        </a:solidFill>
        <a:latin typeface="+mn-lt"/>
        <a:ea typeface="+mn-ea"/>
        <a:cs typeface="+mn-cs"/>
      </a:defRPr>
    </a:lvl4pPr>
    <a:lvl5pPr marL="1828547" algn="l" defTabSz="914274" rtl="0" eaLnBrk="1" latinLnBrk="0" hangingPunct="1">
      <a:defRPr sz="1764" kern="1200">
        <a:solidFill>
          <a:schemeClr val="tx1"/>
        </a:solidFill>
        <a:latin typeface="+mn-lt"/>
        <a:ea typeface="+mn-ea"/>
        <a:cs typeface="+mn-cs"/>
      </a:defRPr>
    </a:lvl5pPr>
    <a:lvl6pPr marL="2285685" algn="l" defTabSz="914274" rtl="0" eaLnBrk="1" latinLnBrk="0" hangingPunct="1">
      <a:defRPr sz="1764" kern="1200">
        <a:solidFill>
          <a:schemeClr val="tx1"/>
        </a:solidFill>
        <a:latin typeface="+mn-lt"/>
        <a:ea typeface="+mn-ea"/>
        <a:cs typeface="+mn-cs"/>
      </a:defRPr>
    </a:lvl6pPr>
    <a:lvl7pPr marL="2742821" algn="l" defTabSz="914274" rtl="0" eaLnBrk="1" latinLnBrk="0" hangingPunct="1">
      <a:defRPr sz="1764" kern="1200">
        <a:solidFill>
          <a:schemeClr val="tx1"/>
        </a:solidFill>
        <a:latin typeface="+mn-lt"/>
        <a:ea typeface="+mn-ea"/>
        <a:cs typeface="+mn-cs"/>
      </a:defRPr>
    </a:lvl7pPr>
    <a:lvl8pPr marL="3199958" algn="l" defTabSz="914274" rtl="0" eaLnBrk="1" latinLnBrk="0" hangingPunct="1">
      <a:defRPr sz="1764" kern="1200">
        <a:solidFill>
          <a:schemeClr val="tx1"/>
        </a:solidFill>
        <a:latin typeface="+mn-lt"/>
        <a:ea typeface="+mn-ea"/>
        <a:cs typeface="+mn-cs"/>
      </a:defRPr>
    </a:lvl8pPr>
    <a:lvl9pPr marL="3657096" algn="l" defTabSz="914274" rtl="0" eaLnBrk="1" latinLnBrk="0" hangingPunct="1">
      <a:defRPr sz="176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3.ai Template Dark" id="{AA068C3B-1FE4-DA48-AFBE-A4F004995763}">
          <p14:sldIdLst>
            <p14:sldId id="257"/>
            <p14:sldId id="264"/>
            <p14:sldId id="263"/>
            <p14:sldId id="265"/>
            <p14:sldId id="261"/>
            <p14:sldId id="262"/>
            <p14:sldId id="258"/>
            <p14:sldId id="266"/>
            <p14:sldId id="259"/>
            <p14:sldId id="270"/>
            <p14:sldId id="267"/>
            <p14:sldId id="271"/>
            <p14:sldId id="272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A980C01-2B2E-F932-39B7-C8BF8F3E8EEA}" name="Suman Tripathy" initials="" userId="S::Suman.Tripathy@c3.ai::093f2900-8c25-4c4a-94f4-be926eafa954" providerId="AD"/>
  <p188:author id="{12E7F207-67B9-5C51-AA95-700C1F57927F}" name="Soham Dandapath" initials="SD" userId="S::soham.dandapath@c3.ai::24bb7856-3b9a-48f1-baa6-e840843cd09e" providerId="AD"/>
  <p188:author id="{32576409-C8D0-8B05-CC95-3C38D3278019}" name="Amir Delgoshaie" initials="AD" userId="S::amir.delgoshaie@c3.ai::c0d94864-6c58-44d6-8abe-16e9f6733f18" providerId="AD"/>
  <p188:author id="{09D30A14-DF2F-70D4-6FFA-3F18542AECAB}" name="Henrik Ohlsson" initials="HO" userId="S::henrik.ohlsson@c3.ai::fdb97c9d-00c8-4984-b859-3e3ddd7fcb36" providerId="AD"/>
  <p188:author id="{ED494F17-FFA4-F454-E274-DD6461AA06EB}" name="Anshuman Pradhan" initials="AP" userId="S::anshuman.pradhan@c3.ai::f874436a-25d6-44d7-ac54-116aac7de28d" providerId="AD"/>
  <p188:author id="{E7A4451A-F386-A691-7223-6F910E829417}" name="Anshuman Pradhan" initials="" userId="S::Anshuman.Pradhan@c3.ai::f874436a-25d6-44d7-ac54-116aac7de28d" providerId="AD"/>
  <p188:author id="{503CEE1B-B39D-6CD1-B539-5F956D82FB7B}" name="Lila Fridley" initials="LF" userId="S::lila.fridley@c3.ai::d3346a72-0ea8-4edd-9b72-a86c8af1d80a" providerId="AD"/>
  <p188:author id="{C7B02D1E-3AED-4C85-144F-F2A6002A1E99}" name="Ansh Guglani" initials="AG" userId="S::Ansh.Guglani@c3.ai::39e1428e-88af-4b25-b861-64c63ddab0ed" providerId="AD"/>
  <p188:author id="{BE705323-2B25-D5C2-F829-A3757E7B058F}" name="John Abelt" initials="JA" userId="S::john.abelt@c3.ai::ce42f045-d7d0-4d83-9629-89a073b52eed" providerId="AD"/>
  <p188:author id="{70BA9A29-1452-E22E-0E8C-74F1B0302518}" name="Larry Jin" initials="" userId="S::Larry.Jin@c3.ai::2a62f49d-7364-4168-8fe1-439a14e719a9" providerId="AD"/>
  <p188:author id="{D375DC2C-5822-2A22-8CE1-51F33DF52E54}" name="Abby Graham" initials="AG" userId="S::Abby.Graham@c3.ai::10f3b224-5dfc-412d-9294-fd78bc636851" providerId="AD"/>
  <p188:author id="{D7D36E38-178E-DD79-3B74-25012D363AC5}" name="Zeshi Zheng" initials="" userId="S::zeshi.zheng@c3.ai::f4026000-ccc5-48f0-b8ce-9718e84057ad" providerId="AD"/>
  <p188:author id="{250F8B43-6DB4-7AF5-8351-3F2DEEEA5CFE}" name="Romain Juban" initials="" userId="S::romain.juban@c3.ai::52f10aec-f2ee-49e2-9fd6-266f5b80b475" providerId="AD"/>
  <p188:author id="{CDFC3045-AE11-79D9-3C86-77C7B04116D5}" name="Gabriele Boncoraglio" initials="GB" userId="S::gabriele.boncoraglio@c3.ai::aaa15715-8d28-4521-8ee1-26a06e80a102" providerId="AD"/>
  <p188:author id="{FDFFC44B-04D1-14E4-7D7F-56E8BF111D6F}" name="Justin Kendig" initials="JK" userId="S::justin.kendig@c3.ai::e58d9120-1112-47af-9198-b610688037a7" providerId="AD"/>
  <p188:author id="{06F7BD52-2FD0-2A71-3191-35E9CEC19E58}" name="Naoufal Layad" initials="" userId="S::Naoufal.Layad@c3.ai::abeab29a-ef7a-4482-b6d5-e94c545aeb73" providerId="AD"/>
  <p188:author id="{C7EB4258-2D27-63DA-0639-90F476F35311}" name="Soham Dandapath" initials="" userId="S::Soham.Dandapath@c3.ai::24bb7856-3b9a-48f1-baa6-e840843cd09e" providerId="AD"/>
  <p188:author id="{1EE4B858-90E2-CD2E-EAC9-AEDD04628C25}" name="Yifan Lin" initials="YL" userId="S::Yifan.Lin@c3.ai::774f7a2a-7ef1-4f16-bd59-1d5dabbcc78d" providerId="AD"/>
  <p188:author id="{ADD2585B-6B99-C7BA-E9CF-18595BE146A8}" name="Rohit Bhutani" initials="" userId="S::Rohit.Bhutani@c3.ai::99f0756c-0d75-49e2-a722-773645ae9a7c" providerId="AD"/>
  <p188:author id="{5E5D9C5E-AABA-4A51-5265-DC2FAA11E98F}" name="Leslie Redd" initials="LR" userId="S::leslie.redd@c3.ai::eb251170-68cb-4ceb-bcf4-f99354122137" providerId="AD"/>
  <p188:author id="{C9C4A15F-4D5E-2574-D982-B45DB4CB2B35}" name="Sophie Degabriel" initials="SD" userId="S::Sophie.Degabriel@c3.ai::9553bc57-048b-4f7d-a225-22af877485f5" providerId="AD"/>
  <p188:author id="{BAE1C75F-DE11-E3AF-AD9C-A51FBF242029}" name="Larry Jin" initials="LJ" userId="S::larry.jin@c3.ai::2a62f49d-7364-4168-8fe1-439a14e719a9" providerId="AD"/>
  <p188:author id="{38A8BA7E-9C21-E30E-317C-3DCD376E7CEE}" name="Qiwei Li" initials="" userId="S::qiwei.li@c3.ai::ae9cc725-3d39-41ce-838d-995751943577" providerId="AD"/>
  <p188:author id="{C58EF47E-4452-4C62-9402-48393B926F9D}" name="Soumyo Mitra" initials="" userId="S::Soumyo.Mitra@c3.ai::4a81f4c6-3e94-47b4-8f70-c67a8aba381e" providerId="AD"/>
  <p188:author id="{8612668E-71AD-5969-F3D9-D5BD99964490}" name="Ivan Robles" initials="" userId="S::ivan.robles@c3.ai::6335523f-eab1-4f25-956a-a7a0582f2928" providerId="AD"/>
  <p188:author id="{6C873A93-55B5-DA5B-A21C-3723AEFDCB12}" name="Suraj Heereguppe" initials="" userId="S::suraj.heereguppe@c3.ai::0c3f5e2a-d9f8-4660-baab-1a31feb89097" providerId="AD"/>
  <p188:author id="{AFD39C96-E173-9B65-1048-A1CBF877E4D8}" name="Semi Hasaj" initials="" userId="S::Semi.Hasaj@c3.ai::ee3a6b98-f830-4268-bf81-ec183a8462e9" providerId="AD"/>
  <p188:author id="{26C187A1-8207-C632-7BE7-BE0FA9F7CB03}" name="David He" initials="DH" userId="S::david.he@c3.ai::3e9c3f73-ebf2-46fe-95ea-8effe294582c" providerId="AD"/>
  <p188:author id="{FF88F7A7-24BE-CD51-532B-8238FF23EA5A}" name="Yash Vijay" initials="" userId="S::Yash.Vijay@c3.ai::ccdeda16-a192-4b52-8781-117f98e01b53" providerId="AD"/>
  <p188:author id="{1E3C60B9-95DE-37E3-37F6-61BE44A7D4B4}" name="Jake Whitcomb" initials="JW" userId="S::jake.whitcomb@c3.ai::12d519c1-9e7b-4da7-b305-475b8e0e39d3" providerId="AD"/>
  <p188:author id="{3169E4BC-E38B-257B-DCF5-DCF40BA20CB7}" name="Fitore Kelmendi" initials="FK" userId="S::fitore.kelmendi@c3.ai::814d54fe-c330-4ca0-becf-16716f41ae3b" providerId="AD"/>
  <p188:author id="{5AA403C3-8EE0-3E7D-F9EC-C800E1CC873B}" name="Jianchen Yang" initials="" userId="S::Jianchen.Yang@c3.ai::859771ec-26cd-4ecc-a167-0b58081d86df" providerId="AD"/>
  <p188:author id="{6CBDB1CE-E01D-8D25-8073-BA47B429C18D}" name="Robert Young" initials="" userId="S::Robert.Young@c3.ai::a2235027-0b18-4231-bc1c-c1dbefa3bd45" providerId="AD"/>
  <p188:author id="{B8DD1FE3-E461-D5CA-E33A-C4BD35F574D1}" name="Sophie Degabriel" initials="SD" userId="S::sophie.degabriel@c3.ai::9553bc57-048b-4f7d-a225-22af877485f5" providerId="AD"/>
  <p188:author id="{EE7039E9-086A-017A-5669-9E6ADAB2C293}" name="Lisa Luh" initials="LL" userId="S::Lisa.Luh@c3.ai::d225109f-f243-42b8-bdbd-f28f5486b9aa" providerId="AD"/>
  <p188:author id="{B15655F3-511C-C61A-9F82-73B1C387C87F}" name="Yimin Liu" initials="" userId="S::Yimin.Liu@c3.ai::7365c4c1-5b25-4ec8-8508-d0e2e90ecf1f" providerId="AD"/>
  <p188:author id="{673F56FC-67E0-F811-5C67-7D2322B1C77E}" name="Semi Hasaj" initials="SH" userId="S::semi.hasaj@c3.ai::ee3a6b98-f830-4268-bf81-ec183a8462e9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ku Uchikawa" initials="SU" lastIdx="11" clrIdx="0"/>
  <p:cmAuthor id="1" name="Mary Feil-Jacobs" initials="MFJ" lastIdx="43" clrIdx="1"/>
  <p:cmAuthor id="2" name="Monica Lueder" initials="ML" lastIdx="22" clrIdx="2"/>
  <p:cmAuthor id="3" name="Mary Feil-Jacobs" initials="MF" lastIdx="22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2EAE"/>
    <a:srgbClr val="FF0000"/>
    <a:srgbClr val="73B600"/>
    <a:srgbClr val="92D050"/>
    <a:srgbClr val="4FC992"/>
    <a:srgbClr val="0A0A1A"/>
    <a:srgbClr val="A6A6A6"/>
    <a:srgbClr val="1A1A1A"/>
    <a:srgbClr val="CCCACB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160"/>
        <p:guide pos="288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commentAuthors" Target="commentAuthors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nxuan Jiang" userId="S::yunxuan.jiang@c3.ai::da89d086-339a-4e44-a2e9-bcf014b751d4" providerId="AD" clId="Web-{5DEF3A7A-2062-1139-6E00-6B2374809EBB}"/>
    <pc:docChg chg="modSld">
      <pc:chgData name="Yunxuan Jiang" userId="S::yunxuan.jiang@c3.ai::da89d086-339a-4e44-a2e9-bcf014b751d4" providerId="AD" clId="Web-{5DEF3A7A-2062-1139-6E00-6B2374809EBB}" dt="2026-01-28T21:52:42.396" v="17" actId="20577"/>
      <pc:docMkLst>
        <pc:docMk/>
      </pc:docMkLst>
      <pc:sldChg chg="modSp">
        <pc:chgData name="Yunxuan Jiang" userId="S::yunxuan.jiang@c3.ai::da89d086-339a-4e44-a2e9-bcf014b751d4" providerId="AD" clId="Web-{5DEF3A7A-2062-1139-6E00-6B2374809EBB}" dt="2026-01-28T21:52:42.396" v="17" actId="20577"/>
        <pc:sldMkLst>
          <pc:docMk/>
          <pc:sldMk cId="2485713818" sldId="2147479902"/>
        </pc:sldMkLst>
        <pc:spChg chg="mod">
          <ac:chgData name="Yunxuan Jiang" userId="S::yunxuan.jiang@c3.ai::da89d086-339a-4e44-a2e9-bcf014b751d4" providerId="AD" clId="Web-{5DEF3A7A-2062-1139-6E00-6B2374809EBB}" dt="2026-01-28T21:52:42.396" v="17" actId="20577"/>
          <ac:spMkLst>
            <pc:docMk/>
            <pc:sldMk cId="2485713818" sldId="2147479902"/>
            <ac:spMk id="2" creationId="{D2D53A6F-37B2-0162-21B7-35FC9954A8B4}"/>
          </ac:spMkLst>
        </pc:spChg>
      </pc:sldChg>
    </pc:docChg>
  </pc:docChgLst>
  <pc:docChgLst>
    <pc:chgData name="Stefano Zavagli" userId="d924b5db-e9ad-45b5-972a-9e834ee3377e" providerId="ADAL" clId="{0E0FC423-B23E-5A2C-A325-F486EBB5C9B5}"/>
    <pc:docChg chg="undo custSel addSld delSld modSld sldOrd modSection">
      <pc:chgData name="Stefano Zavagli" userId="d924b5db-e9ad-45b5-972a-9e834ee3377e" providerId="ADAL" clId="{0E0FC423-B23E-5A2C-A325-F486EBB5C9B5}" dt="2026-01-30T20:32:04.194" v="4695" actId="2696"/>
      <pc:docMkLst>
        <pc:docMk/>
      </pc:docMkLst>
      <pc:sldChg chg="ord">
        <pc:chgData name="Stefano Zavagli" userId="d924b5db-e9ad-45b5-972a-9e834ee3377e" providerId="ADAL" clId="{0E0FC423-B23E-5A2C-A325-F486EBB5C9B5}" dt="2026-01-28T19:38:36.451" v="1215" actId="20578"/>
        <pc:sldMkLst>
          <pc:docMk/>
          <pc:sldMk cId="194681037" sldId="460"/>
        </pc:sldMkLst>
      </pc:sldChg>
      <pc:sldChg chg="modSp mod">
        <pc:chgData name="Stefano Zavagli" userId="d924b5db-e9ad-45b5-972a-9e834ee3377e" providerId="ADAL" clId="{0E0FC423-B23E-5A2C-A325-F486EBB5C9B5}" dt="2026-01-28T19:38:47.452" v="1221" actId="20577"/>
        <pc:sldMkLst>
          <pc:docMk/>
          <pc:sldMk cId="4127345368" sldId="3357"/>
        </pc:sldMkLst>
        <pc:spChg chg="mod">
          <ac:chgData name="Stefano Zavagli" userId="d924b5db-e9ad-45b5-972a-9e834ee3377e" providerId="ADAL" clId="{0E0FC423-B23E-5A2C-A325-F486EBB5C9B5}" dt="2026-01-28T19:38:47.452" v="1221" actId="20577"/>
          <ac:spMkLst>
            <pc:docMk/>
            <pc:sldMk cId="4127345368" sldId="3357"/>
            <ac:spMk id="2" creationId="{9E12502A-8B85-93BE-B91C-24B1F3427FD4}"/>
          </ac:spMkLst>
        </pc:spChg>
      </pc:sldChg>
      <pc:sldChg chg="modSp mod">
        <pc:chgData name="Stefano Zavagli" userId="d924b5db-e9ad-45b5-972a-9e834ee3377e" providerId="ADAL" clId="{0E0FC423-B23E-5A2C-A325-F486EBB5C9B5}" dt="2026-01-28T19:10:29.683" v="560" actId="20577"/>
        <pc:sldMkLst>
          <pc:docMk/>
          <pc:sldMk cId="1240378632" sldId="2147479879"/>
        </pc:sldMkLst>
        <pc:spChg chg="mod">
          <ac:chgData name="Stefano Zavagli" userId="d924b5db-e9ad-45b5-972a-9e834ee3377e" providerId="ADAL" clId="{0E0FC423-B23E-5A2C-A325-F486EBB5C9B5}" dt="2026-01-28T19:10:29.683" v="560" actId="20577"/>
          <ac:spMkLst>
            <pc:docMk/>
            <pc:sldMk cId="1240378632" sldId="2147479879"/>
            <ac:spMk id="6" creationId="{019371DE-6C85-3174-DE23-585EC503A8AE}"/>
          </ac:spMkLst>
        </pc:spChg>
      </pc:sldChg>
      <pc:sldChg chg="modSp mod modNotesTx">
        <pc:chgData name="Stefano Zavagli" userId="d924b5db-e9ad-45b5-972a-9e834ee3377e" providerId="ADAL" clId="{0E0FC423-B23E-5A2C-A325-F486EBB5C9B5}" dt="2026-01-28T21:42:28.337" v="4535" actId="20577"/>
        <pc:sldMkLst>
          <pc:docMk/>
          <pc:sldMk cId="1971899811" sldId="2147479880"/>
        </pc:sldMkLst>
        <pc:spChg chg="mod">
          <ac:chgData name="Stefano Zavagli" userId="d924b5db-e9ad-45b5-972a-9e834ee3377e" providerId="ADAL" clId="{0E0FC423-B23E-5A2C-A325-F486EBB5C9B5}" dt="2026-01-28T21:42:24.325" v="4534" actId="1076"/>
          <ac:spMkLst>
            <pc:docMk/>
            <pc:sldMk cId="1971899811" sldId="2147479880"/>
            <ac:spMk id="2" creationId="{15B0A48B-EDED-E664-30B3-E6875CC2381B}"/>
          </ac:spMkLst>
        </pc:spChg>
        <pc:spChg chg="mod">
          <ac:chgData name="Stefano Zavagli" userId="d924b5db-e9ad-45b5-972a-9e834ee3377e" providerId="ADAL" clId="{0E0FC423-B23E-5A2C-A325-F486EBB5C9B5}" dt="2026-01-28T19:10:17.355" v="556" actId="20577"/>
          <ac:spMkLst>
            <pc:docMk/>
            <pc:sldMk cId="1971899811" sldId="2147479880"/>
            <ac:spMk id="3" creationId="{D6D513F1-906F-23D5-B9FE-D5A97CC3D882}"/>
          </ac:spMkLst>
        </pc:spChg>
      </pc:sldChg>
      <pc:sldChg chg="modSp mod ord">
        <pc:chgData name="Stefano Zavagli" userId="d924b5db-e9ad-45b5-972a-9e834ee3377e" providerId="ADAL" clId="{0E0FC423-B23E-5A2C-A325-F486EBB5C9B5}" dt="2026-01-28T21:35:46.910" v="4286" actId="20578"/>
        <pc:sldMkLst>
          <pc:docMk/>
          <pc:sldMk cId="2450929662" sldId="2147479882"/>
        </pc:sldMkLst>
        <pc:spChg chg="mod">
          <ac:chgData name="Stefano Zavagli" userId="d924b5db-e9ad-45b5-972a-9e834ee3377e" providerId="ADAL" clId="{0E0FC423-B23E-5A2C-A325-F486EBB5C9B5}" dt="2026-01-28T19:10:22.814" v="558" actId="20577"/>
          <ac:spMkLst>
            <pc:docMk/>
            <pc:sldMk cId="2450929662" sldId="2147479882"/>
            <ac:spMk id="3" creationId="{FAB09EB3-CB9F-EEAF-D8B7-63F434424D6F}"/>
          </ac:spMkLst>
        </pc:spChg>
      </pc:sldChg>
      <pc:sldChg chg="add">
        <pc:chgData name="Stefano Zavagli" userId="d924b5db-e9ad-45b5-972a-9e834ee3377e" providerId="ADAL" clId="{0E0FC423-B23E-5A2C-A325-F486EBB5C9B5}" dt="2026-01-28T19:38:31.852" v="1214"/>
        <pc:sldMkLst>
          <pc:docMk/>
          <pc:sldMk cId="3969810880" sldId="2147479895"/>
        </pc:sldMkLst>
      </pc:sldChg>
      <pc:sldChg chg="modSp mod">
        <pc:chgData name="Stefano Zavagli" userId="d924b5db-e9ad-45b5-972a-9e834ee3377e" providerId="ADAL" clId="{0E0FC423-B23E-5A2C-A325-F486EBB5C9B5}" dt="2026-01-28T21:42:05.813" v="4533" actId="113"/>
        <pc:sldMkLst>
          <pc:docMk/>
          <pc:sldMk cId="1656722909" sldId="2147479907"/>
        </pc:sldMkLst>
        <pc:spChg chg="mod">
          <ac:chgData name="Stefano Zavagli" userId="d924b5db-e9ad-45b5-972a-9e834ee3377e" providerId="ADAL" clId="{0E0FC423-B23E-5A2C-A325-F486EBB5C9B5}" dt="2026-01-28T21:42:05.813" v="4533" actId="113"/>
          <ac:spMkLst>
            <pc:docMk/>
            <pc:sldMk cId="1656722909" sldId="2147479907"/>
            <ac:spMk id="2" creationId="{C97A4630-EAE8-A8DD-8569-ECA12EB33AE7}"/>
          </ac:spMkLst>
        </pc:spChg>
      </pc:sldChg>
      <pc:sldChg chg="add">
        <pc:chgData name="Stefano Zavagli" userId="d924b5db-e9ad-45b5-972a-9e834ee3377e" providerId="ADAL" clId="{0E0FC423-B23E-5A2C-A325-F486EBB5C9B5}" dt="2026-01-30T20:32:01.703" v="4694"/>
        <pc:sldMkLst>
          <pc:docMk/>
          <pc:sldMk cId="4210803542" sldId="2147479908"/>
        </pc:sldMkLst>
      </pc:sldChg>
    </pc:docChg>
  </pc:docChgLst>
  <pc:docChgLst>
    <pc:chgData name="Jianchen Yang" userId="S::jianchen.yang@c3.ai::859771ec-26cd-4ecc-a167-0b58081d86df" providerId="AD" clId="Web-{73DAED6A-4118-CBCF-3358-32B714E59AA6}"/>
    <pc:docChg chg="delSld modSld modSection">
      <pc:chgData name="Jianchen Yang" userId="S::jianchen.yang@c3.ai::859771ec-26cd-4ecc-a167-0b58081d86df" providerId="AD" clId="Web-{73DAED6A-4118-CBCF-3358-32B714E59AA6}" dt="2026-01-29T00:35:44.318" v="1042" actId="20577"/>
      <pc:docMkLst>
        <pc:docMk/>
      </pc:docMkLst>
      <pc:sldChg chg="addSp modSp">
        <pc:chgData name="Jianchen Yang" userId="S::jianchen.yang@c3.ai::859771ec-26cd-4ecc-a167-0b58081d86df" providerId="AD" clId="Web-{73DAED6A-4118-CBCF-3358-32B714E59AA6}" dt="2026-01-29T00:35:44.318" v="1042" actId="20577"/>
        <pc:sldMkLst>
          <pc:docMk/>
          <pc:sldMk cId="2327285960" sldId="2147479899"/>
        </pc:sldMkLst>
        <pc:spChg chg="mod">
          <ac:chgData name="Jianchen Yang" userId="S::jianchen.yang@c3.ai::859771ec-26cd-4ecc-a167-0b58081d86df" providerId="AD" clId="Web-{73DAED6A-4118-CBCF-3358-32B714E59AA6}" dt="2026-01-28T22:43:13.128" v="907" actId="20577"/>
          <ac:spMkLst>
            <pc:docMk/>
            <pc:sldMk cId="2327285960" sldId="2147479899"/>
            <ac:spMk id="2" creationId="{E0B5C278-BFEE-4DA9-DCB2-C823F6929653}"/>
          </ac:spMkLst>
        </pc:spChg>
        <pc:spChg chg="mod">
          <ac:chgData name="Jianchen Yang" userId="S::jianchen.yang@c3.ai::859771ec-26cd-4ecc-a167-0b58081d86df" providerId="AD" clId="Web-{73DAED6A-4118-CBCF-3358-32B714E59AA6}" dt="2026-01-29T00:35:44.318" v="1042" actId="20577"/>
          <ac:spMkLst>
            <pc:docMk/>
            <pc:sldMk cId="2327285960" sldId="2147479899"/>
            <ac:spMk id="3" creationId="{F6A8D583-ADD0-C462-5784-3DC963603BD9}"/>
          </ac:spMkLst>
        </pc:spChg>
        <pc:spChg chg="add mod">
          <ac:chgData name="Jianchen Yang" userId="S::jianchen.yang@c3.ai::859771ec-26cd-4ecc-a167-0b58081d86df" providerId="AD" clId="Web-{73DAED6A-4118-CBCF-3358-32B714E59AA6}" dt="2026-01-28T22:47:13.400" v="952" actId="20577"/>
          <ac:spMkLst>
            <pc:docMk/>
            <pc:sldMk cId="2327285960" sldId="2147479899"/>
            <ac:spMk id="7" creationId="{BA49A33E-6FD8-60FF-FC99-60413C4DEC76}"/>
          </ac:spMkLst>
        </pc:spChg>
        <pc:spChg chg="add mod">
          <ac:chgData name="Jianchen Yang" userId="S::jianchen.yang@c3.ai::859771ec-26cd-4ecc-a167-0b58081d86df" providerId="AD" clId="Web-{73DAED6A-4118-CBCF-3358-32B714E59AA6}" dt="2026-01-28T22:43:29.300" v="910" actId="1076"/>
          <ac:spMkLst>
            <pc:docMk/>
            <pc:sldMk cId="2327285960" sldId="2147479899"/>
            <ac:spMk id="8" creationId="{AFBCFBC3-2920-D7C4-B27C-718D5C74A649}"/>
          </ac:spMkLst>
        </pc:spChg>
        <pc:picChg chg="add mod">
          <ac:chgData name="Jianchen Yang" userId="S::jianchen.yang@c3.ai::859771ec-26cd-4ecc-a167-0b58081d86df" providerId="AD" clId="Web-{73DAED6A-4118-CBCF-3358-32B714E59AA6}" dt="2026-01-28T22:38:47.238" v="843" actId="1076"/>
          <ac:picMkLst>
            <pc:docMk/>
            <pc:sldMk cId="2327285960" sldId="2147479899"/>
            <ac:picMk id="5" creationId="{6041F4EA-AB73-4BB5-A5F2-D8578645EF3F}"/>
          </ac:picMkLst>
        </pc:picChg>
        <pc:picChg chg="add mod">
          <ac:chgData name="Jianchen Yang" userId="S::jianchen.yang@c3.ai::859771ec-26cd-4ecc-a167-0b58081d86df" providerId="AD" clId="Web-{73DAED6A-4118-CBCF-3358-32B714E59AA6}" dt="2026-01-28T22:43:29.253" v="909" actId="1076"/>
          <ac:picMkLst>
            <pc:docMk/>
            <pc:sldMk cId="2327285960" sldId="2147479899"/>
            <ac:picMk id="6" creationId="{639E4387-F887-E978-77F5-1610358540D7}"/>
          </ac:picMkLst>
        </pc:picChg>
        <pc:cxnChg chg="add mod">
          <ac:chgData name="Jianchen Yang" userId="S::jianchen.yang@c3.ai::859771ec-26cd-4ecc-a167-0b58081d86df" providerId="AD" clId="Web-{73DAED6A-4118-CBCF-3358-32B714E59AA6}" dt="2026-01-28T22:46:47.618" v="949" actId="1076"/>
          <ac:cxnSpMkLst>
            <pc:docMk/>
            <pc:sldMk cId="2327285960" sldId="2147479899"/>
            <ac:cxnSpMk id="9" creationId="{D2DA59E5-C5CF-D06B-3D71-4EACDBD3EB3C}"/>
          </ac:cxnSpMkLst>
        </pc:cxnChg>
        <pc:cxnChg chg="add mod">
          <ac:chgData name="Jianchen Yang" userId="S::jianchen.yang@c3.ai::859771ec-26cd-4ecc-a167-0b58081d86df" providerId="AD" clId="Web-{73DAED6A-4118-CBCF-3358-32B714E59AA6}" dt="2026-01-28T22:48:15.807" v="960" actId="14100"/>
          <ac:cxnSpMkLst>
            <pc:docMk/>
            <pc:sldMk cId="2327285960" sldId="2147479899"/>
            <ac:cxnSpMk id="10" creationId="{46E9E58E-CE72-BA32-6B41-8AD3693C0A76}"/>
          </ac:cxnSpMkLst>
        </pc:cxnChg>
      </pc:sldChg>
      <pc:sldChg chg="modSp">
        <pc:chgData name="Jianchen Yang" userId="S::jianchen.yang@c3.ai::859771ec-26cd-4ecc-a167-0b58081d86df" providerId="AD" clId="Web-{73DAED6A-4118-CBCF-3358-32B714E59AA6}" dt="2026-01-29T00:35:13.255" v="1040" actId="20577"/>
        <pc:sldMkLst>
          <pc:docMk/>
          <pc:sldMk cId="350669208" sldId="2147479900"/>
        </pc:sldMkLst>
        <pc:spChg chg="mod">
          <ac:chgData name="Jianchen Yang" userId="S::jianchen.yang@c3.ai::859771ec-26cd-4ecc-a167-0b58081d86df" providerId="AD" clId="Web-{73DAED6A-4118-CBCF-3358-32B714E59AA6}" dt="2026-01-29T00:35:13.255" v="1040" actId="20577"/>
          <ac:spMkLst>
            <pc:docMk/>
            <pc:sldMk cId="350669208" sldId="2147479900"/>
            <ac:spMk id="2" creationId="{E913A1B7-DF28-40F9-4452-8D37DA6431F3}"/>
          </ac:spMkLst>
        </pc:spChg>
        <pc:picChg chg="mod">
          <ac:chgData name="Jianchen Yang" userId="S::jianchen.yang@c3.ai::859771ec-26cd-4ecc-a167-0b58081d86df" providerId="AD" clId="Web-{73DAED6A-4118-CBCF-3358-32B714E59AA6}" dt="2026-01-29T00:34:33.644" v="1033" actId="1076"/>
          <ac:picMkLst>
            <pc:docMk/>
            <pc:sldMk cId="350669208" sldId="2147479900"/>
            <ac:picMk id="8" creationId="{A9394562-F8BA-E378-3EC6-3A06FDB87794}"/>
          </ac:picMkLst>
        </pc:picChg>
        <pc:picChg chg="mod">
          <ac:chgData name="Jianchen Yang" userId="S::jianchen.yang@c3.ai::859771ec-26cd-4ecc-a167-0b58081d86df" providerId="AD" clId="Web-{73DAED6A-4118-CBCF-3358-32B714E59AA6}" dt="2026-01-29T00:34:24.160" v="1030" actId="1076"/>
          <ac:picMkLst>
            <pc:docMk/>
            <pc:sldMk cId="350669208" sldId="2147479900"/>
            <ac:picMk id="10" creationId="{093CC2D5-4BB0-3E23-0FAA-AA85D2F2D3B2}"/>
          </ac:picMkLst>
        </pc:picChg>
        <pc:picChg chg="mod">
          <ac:chgData name="Jianchen Yang" userId="S::jianchen.yang@c3.ai::859771ec-26cd-4ecc-a167-0b58081d86df" providerId="AD" clId="Web-{73DAED6A-4118-CBCF-3358-32B714E59AA6}" dt="2026-01-29T00:34:25.957" v="1031" actId="1076"/>
          <ac:picMkLst>
            <pc:docMk/>
            <pc:sldMk cId="350669208" sldId="2147479900"/>
            <ac:picMk id="11" creationId="{47D7296C-9C94-4822-EA11-CA900F775500}"/>
          </ac:picMkLst>
        </pc:picChg>
      </pc:sldChg>
      <pc:sldChg chg="addSp delSp modSp">
        <pc:chgData name="Jianchen Yang" userId="S::jianchen.yang@c3.ai::859771ec-26cd-4ecc-a167-0b58081d86df" providerId="AD" clId="Web-{73DAED6A-4118-CBCF-3358-32B714E59AA6}" dt="2026-01-28T22:22:39.308" v="312" actId="20577"/>
        <pc:sldMkLst>
          <pc:docMk/>
          <pc:sldMk cId="3118932765" sldId="2147479901"/>
        </pc:sldMkLst>
        <pc:spChg chg="add mod">
          <ac:chgData name="Jianchen Yang" userId="S::jianchen.yang@c3.ai::859771ec-26cd-4ecc-a167-0b58081d86df" providerId="AD" clId="Web-{73DAED6A-4118-CBCF-3358-32B714E59AA6}" dt="2026-01-28T22:22:39.308" v="312" actId="20577"/>
          <ac:spMkLst>
            <pc:docMk/>
            <pc:sldMk cId="3118932765" sldId="2147479901"/>
            <ac:spMk id="2" creationId="{5A480499-946A-125E-139A-8B9CD527FF96}"/>
          </ac:spMkLst>
        </pc:spChg>
        <pc:spChg chg="mod">
          <ac:chgData name="Jianchen Yang" userId="S::jianchen.yang@c3.ai::859771ec-26cd-4ecc-a167-0b58081d86df" providerId="AD" clId="Web-{73DAED6A-4118-CBCF-3358-32B714E59AA6}" dt="2026-01-28T22:20:17.599" v="194" actId="1076"/>
          <ac:spMkLst>
            <pc:docMk/>
            <pc:sldMk cId="3118932765" sldId="2147479901"/>
            <ac:spMk id="3" creationId="{41E3D463-8A1B-072B-41FC-CB0EE241A469}"/>
          </ac:spMkLst>
        </pc:spChg>
        <pc:spChg chg="add mod">
          <ac:chgData name="Jianchen Yang" userId="S::jianchen.yang@c3.ai::859771ec-26cd-4ecc-a167-0b58081d86df" providerId="AD" clId="Web-{73DAED6A-4118-CBCF-3358-32B714E59AA6}" dt="2026-01-28T22:21:17.803" v="241" actId="20577"/>
          <ac:spMkLst>
            <pc:docMk/>
            <pc:sldMk cId="3118932765" sldId="2147479901"/>
            <ac:spMk id="7" creationId="{30C115CC-BA27-A3DA-1A7D-F8D7A3432B62}"/>
          </ac:spMkLst>
        </pc:spChg>
        <pc:spChg chg="add mod">
          <ac:chgData name="Jianchen Yang" userId="S::jianchen.yang@c3.ai::859771ec-26cd-4ecc-a167-0b58081d86df" providerId="AD" clId="Web-{73DAED6A-4118-CBCF-3358-32B714E59AA6}" dt="2026-01-28T22:21:43.335" v="250" actId="1076"/>
          <ac:spMkLst>
            <pc:docMk/>
            <pc:sldMk cId="3118932765" sldId="2147479901"/>
            <ac:spMk id="10" creationId="{F5E083C0-C50A-603C-00AB-BD8FFF017B8D}"/>
          </ac:spMkLst>
        </pc:spChg>
        <pc:spChg chg="add mod">
          <ac:chgData name="Jianchen Yang" userId="S::jianchen.yang@c3.ai::859771ec-26cd-4ecc-a167-0b58081d86df" providerId="AD" clId="Web-{73DAED6A-4118-CBCF-3358-32B714E59AA6}" dt="2026-01-28T22:21:05.240" v="237" actId="20577"/>
          <ac:spMkLst>
            <pc:docMk/>
            <pc:sldMk cId="3118932765" sldId="2147479901"/>
            <ac:spMk id="14" creationId="{CFE9B0EF-FC2B-5393-9060-95816142732D}"/>
          </ac:spMkLst>
        </pc:spChg>
        <pc:picChg chg="add mod">
          <ac:chgData name="Jianchen Yang" userId="S::jianchen.yang@c3.ai::859771ec-26cd-4ecc-a167-0b58081d86df" providerId="AD" clId="Web-{73DAED6A-4118-CBCF-3358-32B714E59AA6}" dt="2026-01-28T22:21:19.725" v="242" actId="1076"/>
          <ac:picMkLst>
            <pc:docMk/>
            <pc:sldMk cId="3118932765" sldId="2147479901"/>
            <ac:picMk id="5" creationId="{6511A863-C504-597C-98A7-42E515B221F3}"/>
          </ac:picMkLst>
        </pc:picChg>
        <pc:picChg chg="add mod">
          <ac:chgData name="Jianchen Yang" userId="S::jianchen.yang@c3.ai::859771ec-26cd-4ecc-a167-0b58081d86df" providerId="AD" clId="Web-{73DAED6A-4118-CBCF-3358-32B714E59AA6}" dt="2026-01-28T22:21:30.584" v="246" actId="14100"/>
          <ac:picMkLst>
            <pc:docMk/>
            <pc:sldMk cId="3118932765" sldId="2147479901"/>
            <ac:picMk id="6" creationId="{6CCF7B26-0844-3729-CF93-1E4AC4FDB489}"/>
          </ac:picMkLst>
        </pc:picChg>
        <pc:picChg chg="add mod modCrop">
          <ac:chgData name="Jianchen Yang" userId="S::jianchen.yang@c3.ai::859771ec-26cd-4ecc-a167-0b58081d86df" providerId="AD" clId="Web-{73DAED6A-4118-CBCF-3358-32B714E59AA6}" dt="2026-01-28T22:18:18.129" v="163" actId="1076"/>
          <ac:picMkLst>
            <pc:docMk/>
            <pc:sldMk cId="3118932765" sldId="2147479901"/>
            <ac:picMk id="11" creationId="{75AA5133-D8B5-3618-FC4C-8C663D382C09}"/>
          </ac:picMkLst>
        </pc:picChg>
        <pc:picChg chg="add mod modCrop">
          <ac:chgData name="Jianchen Yang" userId="S::jianchen.yang@c3.ai::859771ec-26cd-4ecc-a167-0b58081d86df" providerId="AD" clId="Web-{73DAED6A-4118-CBCF-3358-32B714E59AA6}" dt="2026-01-28T22:20:34.318" v="197" actId="1076"/>
          <ac:picMkLst>
            <pc:docMk/>
            <pc:sldMk cId="3118932765" sldId="2147479901"/>
            <ac:picMk id="12" creationId="{4DD15131-27B6-FE0D-4906-A4428797D495}"/>
          </ac:picMkLst>
        </pc:picChg>
        <pc:picChg chg="add mod modCrop">
          <ac:chgData name="Jianchen Yang" userId="S::jianchen.yang@c3.ai::859771ec-26cd-4ecc-a167-0b58081d86df" providerId="AD" clId="Web-{73DAED6A-4118-CBCF-3358-32B714E59AA6}" dt="2026-01-28T22:20:13.286" v="193" actId="1076"/>
          <ac:picMkLst>
            <pc:docMk/>
            <pc:sldMk cId="3118932765" sldId="2147479901"/>
            <ac:picMk id="13" creationId="{54C4BADB-894A-B398-ADA7-81049CA5D63E}"/>
          </ac:picMkLst>
        </pc:picChg>
      </pc:sldChg>
    </pc:docChg>
  </pc:docChgLst>
  <pc:docChgLst>
    <pc:chgData name="Yunxuan Jiang" userId="S::yunxuan.jiang@c3.ai::da89d086-339a-4e44-a2e9-bcf014b751d4" providerId="AD" clId="Web-{BFA822DE-013C-AD8C-6F96-728864542BFA}"/>
    <pc:docChg chg="modSld">
      <pc:chgData name="Yunxuan Jiang" userId="S::yunxuan.jiang@c3.ai::da89d086-339a-4e44-a2e9-bcf014b751d4" providerId="AD" clId="Web-{BFA822DE-013C-AD8C-6F96-728864542BFA}" dt="2026-01-28T20:16:57.868" v="3"/>
      <pc:docMkLst>
        <pc:docMk/>
      </pc:docMkLst>
      <pc:sldChg chg="addSp modSp">
        <pc:chgData name="Yunxuan Jiang" userId="S::yunxuan.jiang@c3.ai::da89d086-339a-4e44-a2e9-bcf014b751d4" providerId="AD" clId="Web-{BFA822DE-013C-AD8C-6F96-728864542BFA}" dt="2026-01-28T20:16:57.868" v="3"/>
        <pc:sldMkLst>
          <pc:docMk/>
          <pc:sldMk cId="2485713818" sldId="2147479902"/>
        </pc:sldMkLst>
      </pc:sldChg>
    </pc:docChg>
  </pc:docChgLst>
  <pc:docChgLst>
    <pc:chgData name="Larry Jin" userId="2a62f49d-7364-4168-8fe1-439a14e719a9" providerId="ADAL" clId="{47D68123-7E6F-5D7F-B080-77CD67A8D7DE}"/>
    <pc:docChg chg="undo custSel addSld delSld modSld sldOrd modSection">
      <pc:chgData name="Larry Jin" userId="2a62f49d-7364-4168-8fe1-439a14e719a9" providerId="ADAL" clId="{47D68123-7E6F-5D7F-B080-77CD67A8D7DE}" dt="2026-01-28T21:25:03.863" v="1110" actId="14100"/>
      <pc:docMkLst>
        <pc:docMk/>
      </pc:docMkLst>
      <pc:sldChg chg="modSp mod">
        <pc:chgData name="Larry Jin" userId="2a62f49d-7364-4168-8fe1-439a14e719a9" providerId="ADAL" clId="{47D68123-7E6F-5D7F-B080-77CD67A8D7DE}" dt="2026-01-28T21:22:02.246" v="1109" actId="255"/>
        <pc:sldMkLst>
          <pc:docMk/>
          <pc:sldMk cId="3447616638" sldId="293"/>
        </pc:sldMkLst>
        <pc:spChg chg="mod">
          <ac:chgData name="Larry Jin" userId="2a62f49d-7364-4168-8fe1-439a14e719a9" providerId="ADAL" clId="{47D68123-7E6F-5D7F-B080-77CD67A8D7DE}" dt="2026-01-28T21:22:02.246" v="1109" actId="255"/>
          <ac:spMkLst>
            <pc:docMk/>
            <pc:sldMk cId="3447616638" sldId="293"/>
            <ac:spMk id="2" creationId="{A1190D3A-B4AB-4F84-9436-E1C724030B26}"/>
          </ac:spMkLst>
        </pc:spChg>
      </pc:sldChg>
      <pc:sldChg chg="modSp add mod ord modClrScheme chgLayout">
        <pc:chgData name="Larry Jin" userId="2a62f49d-7364-4168-8fe1-439a14e719a9" providerId="ADAL" clId="{47D68123-7E6F-5D7F-B080-77CD67A8D7DE}" dt="2026-01-28T17:52:50.812" v="447" actId="255"/>
        <pc:sldMkLst>
          <pc:docMk/>
          <pc:sldMk cId="194681037" sldId="460"/>
        </pc:sldMkLst>
        <pc:spChg chg="mod ord">
          <ac:chgData name="Larry Jin" userId="2a62f49d-7364-4168-8fe1-439a14e719a9" providerId="ADAL" clId="{47D68123-7E6F-5D7F-B080-77CD67A8D7DE}" dt="2026-01-28T16:48:51.230" v="64" actId="700"/>
          <ac:spMkLst>
            <pc:docMk/>
            <pc:sldMk cId="194681037" sldId="460"/>
            <ac:spMk id="3" creationId="{79D49538-29D1-FBDB-9B14-ADC41CF76850}"/>
          </ac:spMkLst>
        </pc:spChg>
      </pc:sldChg>
      <pc:sldChg chg="modSp mod">
        <pc:chgData name="Larry Jin" userId="2a62f49d-7364-4168-8fe1-439a14e719a9" providerId="ADAL" clId="{47D68123-7E6F-5D7F-B080-77CD67A8D7DE}" dt="2026-01-28T17:57:34.098" v="503" actId="20577"/>
        <pc:sldMkLst>
          <pc:docMk/>
          <pc:sldMk cId="309014283" sldId="3321"/>
        </pc:sldMkLst>
        <pc:spChg chg="mod">
          <ac:chgData name="Larry Jin" userId="2a62f49d-7364-4168-8fe1-439a14e719a9" providerId="ADAL" clId="{47D68123-7E6F-5D7F-B080-77CD67A8D7DE}" dt="2026-01-28T17:57:26.013" v="485" actId="20577"/>
          <ac:spMkLst>
            <pc:docMk/>
            <pc:sldMk cId="309014283" sldId="3321"/>
            <ac:spMk id="2" creationId="{00000000-0000-0000-0000-000000000000}"/>
          </ac:spMkLst>
        </pc:spChg>
        <pc:spChg chg="mod">
          <ac:chgData name="Larry Jin" userId="2a62f49d-7364-4168-8fe1-439a14e719a9" providerId="ADAL" clId="{47D68123-7E6F-5D7F-B080-77CD67A8D7DE}" dt="2026-01-28T17:57:34.098" v="503" actId="20577"/>
          <ac:spMkLst>
            <pc:docMk/>
            <pc:sldMk cId="309014283" sldId="3321"/>
            <ac:spMk id="8" creationId="{34468F33-841B-ED44-8947-A08A4DC3EE82}"/>
          </ac:spMkLst>
        </pc:spChg>
        <pc:spChg chg="mod">
          <ac:chgData name="Larry Jin" userId="2a62f49d-7364-4168-8fe1-439a14e719a9" providerId="ADAL" clId="{47D68123-7E6F-5D7F-B080-77CD67A8D7DE}" dt="2026-01-28T17:56:24.108" v="457" actId="20577"/>
          <ac:spMkLst>
            <pc:docMk/>
            <pc:sldMk cId="309014283" sldId="3321"/>
            <ac:spMk id="9" creationId="{13B459F1-85A2-A947-9BA2-18741982CB14}"/>
          </ac:spMkLst>
        </pc:spChg>
      </pc:sldChg>
      <pc:sldChg chg="modSp mod">
        <pc:chgData name="Larry Jin" userId="2a62f49d-7364-4168-8fe1-439a14e719a9" providerId="ADAL" clId="{47D68123-7E6F-5D7F-B080-77CD67A8D7DE}" dt="2026-01-28T16:46:56.765" v="10" actId="20577"/>
        <pc:sldMkLst>
          <pc:docMk/>
          <pc:sldMk cId="2513114223" sldId="3355"/>
        </pc:sldMkLst>
        <pc:spChg chg="mod">
          <ac:chgData name="Larry Jin" userId="2a62f49d-7364-4168-8fe1-439a14e719a9" providerId="ADAL" clId="{47D68123-7E6F-5D7F-B080-77CD67A8D7DE}" dt="2026-01-28T16:46:56.765" v="10" actId="20577"/>
          <ac:spMkLst>
            <pc:docMk/>
            <pc:sldMk cId="2513114223" sldId="3355"/>
            <ac:spMk id="2" creationId="{899E8A77-CA41-15CC-1AD8-BA831F224590}"/>
          </ac:spMkLst>
        </pc:spChg>
      </pc:sldChg>
      <pc:sldChg chg="modSp add mod">
        <pc:chgData name="Larry Jin" userId="2a62f49d-7364-4168-8fe1-439a14e719a9" providerId="ADAL" clId="{47D68123-7E6F-5D7F-B080-77CD67A8D7DE}" dt="2026-01-28T16:47:04.880" v="18" actId="20577"/>
        <pc:sldMkLst>
          <pc:docMk/>
          <pc:sldMk cId="1960883186" sldId="3356"/>
        </pc:sldMkLst>
        <pc:spChg chg="mod">
          <ac:chgData name="Larry Jin" userId="2a62f49d-7364-4168-8fe1-439a14e719a9" providerId="ADAL" clId="{47D68123-7E6F-5D7F-B080-77CD67A8D7DE}" dt="2026-01-28T16:47:04.880" v="18" actId="20577"/>
          <ac:spMkLst>
            <pc:docMk/>
            <pc:sldMk cId="1960883186" sldId="3356"/>
            <ac:spMk id="2" creationId="{E53E148F-0B4E-6444-D16F-7D325C2AF184}"/>
          </ac:spMkLst>
        </pc:spChg>
      </pc:sldChg>
      <pc:sldChg chg="modSp add mod">
        <pc:chgData name="Larry Jin" userId="2a62f49d-7364-4168-8fe1-439a14e719a9" providerId="ADAL" clId="{47D68123-7E6F-5D7F-B080-77CD67A8D7DE}" dt="2026-01-28T16:47:13.865" v="26" actId="20577"/>
        <pc:sldMkLst>
          <pc:docMk/>
          <pc:sldMk cId="4127345368" sldId="3357"/>
        </pc:sldMkLst>
        <pc:spChg chg="mod">
          <ac:chgData name="Larry Jin" userId="2a62f49d-7364-4168-8fe1-439a14e719a9" providerId="ADAL" clId="{47D68123-7E6F-5D7F-B080-77CD67A8D7DE}" dt="2026-01-28T16:47:13.865" v="26" actId="20577"/>
          <ac:spMkLst>
            <pc:docMk/>
            <pc:sldMk cId="4127345368" sldId="3357"/>
            <ac:spMk id="2" creationId="{9E12502A-8B85-93BE-B91C-24B1F3427FD4}"/>
          </ac:spMkLst>
        </pc:spChg>
      </pc:sldChg>
      <pc:sldChg chg="modSp add mod">
        <pc:chgData name="Larry Jin" userId="2a62f49d-7364-4168-8fe1-439a14e719a9" providerId="ADAL" clId="{47D68123-7E6F-5D7F-B080-77CD67A8D7DE}" dt="2026-01-28T16:47:39.081" v="40" actId="20577"/>
        <pc:sldMkLst>
          <pc:docMk/>
          <pc:sldMk cId="424376383" sldId="3358"/>
        </pc:sldMkLst>
        <pc:spChg chg="mod">
          <ac:chgData name="Larry Jin" userId="2a62f49d-7364-4168-8fe1-439a14e719a9" providerId="ADAL" clId="{47D68123-7E6F-5D7F-B080-77CD67A8D7DE}" dt="2026-01-28T16:47:39.081" v="40" actId="20577"/>
          <ac:spMkLst>
            <pc:docMk/>
            <pc:sldMk cId="424376383" sldId="3358"/>
            <ac:spMk id="2" creationId="{1A5AA3F2-3329-A2B2-FD9A-3F09368D2CC2}"/>
          </ac:spMkLst>
        </pc:spChg>
      </pc:sldChg>
      <pc:sldChg chg="modSp add mod">
        <pc:chgData name="Larry Jin" userId="2a62f49d-7364-4168-8fe1-439a14e719a9" providerId="ADAL" clId="{47D68123-7E6F-5D7F-B080-77CD67A8D7DE}" dt="2026-01-28T16:47:51.291" v="55" actId="20577"/>
        <pc:sldMkLst>
          <pc:docMk/>
          <pc:sldMk cId="3673140681" sldId="3359"/>
        </pc:sldMkLst>
        <pc:spChg chg="mod">
          <ac:chgData name="Larry Jin" userId="2a62f49d-7364-4168-8fe1-439a14e719a9" providerId="ADAL" clId="{47D68123-7E6F-5D7F-B080-77CD67A8D7DE}" dt="2026-01-28T16:47:51.291" v="55" actId="20577"/>
          <ac:spMkLst>
            <pc:docMk/>
            <pc:sldMk cId="3673140681" sldId="3359"/>
            <ac:spMk id="2" creationId="{498049A1-8629-DCD2-C185-635468B88052}"/>
          </ac:spMkLst>
        </pc:spChg>
      </pc:sldChg>
      <pc:sldChg chg="modSp add mod">
        <pc:chgData name="Larry Jin" userId="2a62f49d-7364-4168-8fe1-439a14e719a9" providerId="ADAL" clId="{47D68123-7E6F-5D7F-B080-77CD67A8D7DE}" dt="2026-01-28T16:47:55.594" v="62" actId="20577"/>
        <pc:sldMkLst>
          <pc:docMk/>
          <pc:sldMk cId="1442667237" sldId="3360"/>
        </pc:sldMkLst>
        <pc:spChg chg="mod">
          <ac:chgData name="Larry Jin" userId="2a62f49d-7364-4168-8fe1-439a14e719a9" providerId="ADAL" clId="{47D68123-7E6F-5D7F-B080-77CD67A8D7DE}" dt="2026-01-28T16:47:55.594" v="62" actId="20577"/>
          <ac:spMkLst>
            <pc:docMk/>
            <pc:sldMk cId="1442667237" sldId="3360"/>
            <ac:spMk id="2" creationId="{CBB73124-85FB-2AE1-7C3E-D54BFEA58858}"/>
          </ac:spMkLst>
        </pc:spChg>
      </pc:sldChg>
      <pc:sldChg chg="add mod ord modTransition modClrScheme chgLayout">
        <pc:chgData name="Larry Jin" userId="2a62f49d-7364-4168-8fe1-439a14e719a9" providerId="ADAL" clId="{47D68123-7E6F-5D7F-B080-77CD67A8D7DE}" dt="2026-01-28T16:49:10.865" v="65" actId="20578"/>
        <pc:sldMkLst>
          <pc:docMk/>
          <pc:sldMk cId="2749746677" sldId="2147479875"/>
        </pc:sldMkLst>
      </pc:sldChg>
      <pc:sldChg chg="modSp add mod ord modTransition modClrScheme chgLayout">
        <pc:chgData name="Larry Jin" userId="2a62f49d-7364-4168-8fe1-439a14e719a9" providerId="ADAL" clId="{47D68123-7E6F-5D7F-B080-77CD67A8D7DE}" dt="2026-01-28T19:22:34.344" v="996" actId="14100"/>
        <pc:sldMkLst>
          <pc:docMk/>
          <pc:sldMk cId="1240378632" sldId="2147479879"/>
        </pc:sldMkLst>
        <pc:spChg chg="mod">
          <ac:chgData name="Larry Jin" userId="2a62f49d-7364-4168-8fe1-439a14e719a9" providerId="ADAL" clId="{47D68123-7E6F-5D7F-B080-77CD67A8D7DE}" dt="2026-01-28T19:22:34.344" v="996" actId="14100"/>
          <ac:spMkLst>
            <pc:docMk/>
            <pc:sldMk cId="1240378632" sldId="2147479879"/>
            <ac:spMk id="7" creationId="{5171EB01-5D1C-130D-A13A-15D531D33AFF}"/>
          </ac:spMkLst>
        </pc:spChg>
      </pc:sldChg>
      <pc:sldChg chg="modSp new mod ord">
        <pc:chgData name="Larry Jin" userId="2a62f49d-7364-4168-8fe1-439a14e719a9" providerId="ADAL" clId="{47D68123-7E6F-5D7F-B080-77CD67A8D7DE}" dt="2026-01-28T18:36:26.444" v="798" actId="20578"/>
        <pc:sldMkLst>
          <pc:docMk/>
          <pc:sldMk cId="1971899811" sldId="2147479880"/>
        </pc:sldMkLst>
        <pc:spChg chg="mod">
          <ac:chgData name="Larry Jin" userId="2a62f49d-7364-4168-8fe1-439a14e719a9" providerId="ADAL" clId="{47D68123-7E6F-5D7F-B080-77CD67A8D7DE}" dt="2026-01-28T16:54:42.286" v="311" actId="20577"/>
          <ac:spMkLst>
            <pc:docMk/>
            <pc:sldMk cId="1971899811" sldId="2147479880"/>
            <ac:spMk id="3" creationId="{D6D513F1-906F-23D5-B9FE-D5A97CC3D882}"/>
          </ac:spMkLst>
        </pc:spChg>
      </pc:sldChg>
      <pc:sldChg chg="addSp delSp modSp new mod">
        <pc:chgData name="Larry Jin" userId="2a62f49d-7364-4168-8fe1-439a14e719a9" providerId="ADAL" clId="{47D68123-7E6F-5D7F-B080-77CD67A8D7DE}" dt="2026-01-28T19:54:14.778" v="1046" actId="20577"/>
        <pc:sldMkLst>
          <pc:docMk/>
          <pc:sldMk cId="2498978239" sldId="2147479881"/>
        </pc:sldMkLst>
        <pc:spChg chg="mod">
          <ac:chgData name="Larry Jin" userId="2a62f49d-7364-4168-8fe1-439a14e719a9" providerId="ADAL" clId="{47D68123-7E6F-5D7F-B080-77CD67A8D7DE}" dt="2026-01-28T16:51:55.841" v="90" actId="20577"/>
          <ac:spMkLst>
            <pc:docMk/>
            <pc:sldMk cId="2498978239" sldId="2147479881"/>
            <ac:spMk id="3" creationId="{0BB5E086-F66C-6824-DE46-532F674100D1}"/>
          </ac:spMkLst>
        </pc:spChg>
        <pc:spChg chg="add mod">
          <ac:chgData name="Larry Jin" userId="2a62f49d-7364-4168-8fe1-439a14e719a9" providerId="ADAL" clId="{47D68123-7E6F-5D7F-B080-77CD67A8D7DE}" dt="2026-01-28T16:51:48.093" v="88"/>
          <ac:spMkLst>
            <pc:docMk/>
            <pc:sldMk cId="2498978239" sldId="2147479881"/>
            <ac:spMk id="6" creationId="{DF4CFA08-20B5-55CF-C858-6526548694C7}"/>
          </ac:spMkLst>
        </pc:spChg>
        <pc:spChg chg="mod">
          <ac:chgData name="Larry Jin" userId="2a62f49d-7364-4168-8fe1-439a14e719a9" providerId="ADAL" clId="{47D68123-7E6F-5D7F-B080-77CD67A8D7DE}" dt="2026-01-28T16:51:48.093" v="88"/>
          <ac:spMkLst>
            <pc:docMk/>
            <pc:sldMk cId="2498978239" sldId="2147479881"/>
            <ac:spMk id="8" creationId="{1B682C81-3236-FDCA-DD23-CE559E1A4230}"/>
          </ac:spMkLst>
        </pc:spChg>
        <pc:spChg chg="mod">
          <ac:chgData name="Larry Jin" userId="2a62f49d-7364-4168-8fe1-439a14e719a9" providerId="ADAL" clId="{47D68123-7E6F-5D7F-B080-77CD67A8D7DE}" dt="2026-01-28T16:51:48.093" v="88"/>
          <ac:spMkLst>
            <pc:docMk/>
            <pc:sldMk cId="2498978239" sldId="2147479881"/>
            <ac:spMk id="9" creationId="{27361F36-D11F-4BAC-2D1F-BF35F171F759}"/>
          </ac:spMkLst>
        </pc:spChg>
        <pc:spChg chg="mod">
          <ac:chgData name="Larry Jin" userId="2a62f49d-7364-4168-8fe1-439a14e719a9" providerId="ADAL" clId="{47D68123-7E6F-5D7F-B080-77CD67A8D7DE}" dt="2026-01-28T16:51:48.093" v="88"/>
          <ac:spMkLst>
            <pc:docMk/>
            <pc:sldMk cId="2498978239" sldId="2147479881"/>
            <ac:spMk id="11" creationId="{51230212-9753-8A59-5BD0-EE66F2C38DBE}"/>
          </ac:spMkLst>
        </pc:spChg>
        <pc:spChg chg="mod">
          <ac:chgData name="Larry Jin" userId="2a62f49d-7364-4168-8fe1-439a14e719a9" providerId="ADAL" clId="{47D68123-7E6F-5D7F-B080-77CD67A8D7DE}" dt="2026-01-28T16:51:48.093" v="88"/>
          <ac:spMkLst>
            <pc:docMk/>
            <pc:sldMk cId="2498978239" sldId="2147479881"/>
            <ac:spMk id="12" creationId="{14B8D251-41E6-AC7A-6EB8-797D9D037B47}"/>
          </ac:spMkLst>
        </pc:spChg>
        <pc:spChg chg="mod">
          <ac:chgData name="Larry Jin" userId="2a62f49d-7364-4168-8fe1-439a14e719a9" providerId="ADAL" clId="{47D68123-7E6F-5D7F-B080-77CD67A8D7DE}" dt="2026-01-28T16:51:48.093" v="88"/>
          <ac:spMkLst>
            <pc:docMk/>
            <pc:sldMk cId="2498978239" sldId="2147479881"/>
            <ac:spMk id="14" creationId="{6A4F2E88-F752-8B5A-4379-9460FBF06157}"/>
          </ac:spMkLst>
        </pc:spChg>
        <pc:spChg chg="mod">
          <ac:chgData name="Larry Jin" userId="2a62f49d-7364-4168-8fe1-439a14e719a9" providerId="ADAL" clId="{47D68123-7E6F-5D7F-B080-77CD67A8D7DE}" dt="2026-01-28T16:51:48.093" v="88"/>
          <ac:spMkLst>
            <pc:docMk/>
            <pc:sldMk cId="2498978239" sldId="2147479881"/>
            <ac:spMk id="15" creationId="{5B47C2AF-9B21-19F2-4DFE-D5C51BB8D86D}"/>
          </ac:spMkLst>
        </pc:spChg>
        <pc:spChg chg="add mod">
          <ac:chgData name="Larry Jin" userId="2a62f49d-7364-4168-8fe1-439a14e719a9" providerId="ADAL" clId="{47D68123-7E6F-5D7F-B080-77CD67A8D7DE}" dt="2026-01-28T19:54:14.778" v="1046" actId="20577"/>
          <ac:spMkLst>
            <pc:docMk/>
            <pc:sldMk cId="2498978239" sldId="2147479881"/>
            <ac:spMk id="19" creationId="{4A557B0F-8D57-A937-5885-E4DC422ACA17}"/>
          </ac:spMkLst>
        </pc:spChg>
        <pc:grpChg chg="add mod">
          <ac:chgData name="Larry Jin" userId="2a62f49d-7364-4168-8fe1-439a14e719a9" providerId="ADAL" clId="{47D68123-7E6F-5D7F-B080-77CD67A8D7DE}" dt="2026-01-28T16:51:48.093" v="88"/>
          <ac:grpSpMkLst>
            <pc:docMk/>
            <pc:sldMk cId="2498978239" sldId="2147479881"/>
            <ac:grpSpMk id="7" creationId="{287FEBE3-EB2C-49B6-7A86-A22E6C908756}"/>
          </ac:grpSpMkLst>
        </pc:grpChg>
        <pc:grpChg chg="add mod">
          <ac:chgData name="Larry Jin" userId="2a62f49d-7364-4168-8fe1-439a14e719a9" providerId="ADAL" clId="{47D68123-7E6F-5D7F-B080-77CD67A8D7DE}" dt="2026-01-28T16:51:48.093" v="88"/>
          <ac:grpSpMkLst>
            <pc:docMk/>
            <pc:sldMk cId="2498978239" sldId="2147479881"/>
            <ac:grpSpMk id="13" creationId="{26CE7A3F-BE41-9A37-8657-7536239D6332}"/>
          </ac:grpSpMkLst>
        </pc:grpChg>
        <pc:picChg chg="add mod">
          <ac:chgData name="Larry Jin" userId="2a62f49d-7364-4168-8fe1-439a14e719a9" providerId="ADAL" clId="{47D68123-7E6F-5D7F-B080-77CD67A8D7DE}" dt="2026-01-28T16:51:48.093" v="88"/>
          <ac:picMkLst>
            <pc:docMk/>
            <pc:sldMk cId="2498978239" sldId="2147479881"/>
            <ac:picMk id="5" creationId="{30F7D5D8-4AA6-9FC5-9237-E84379673F1D}"/>
          </ac:picMkLst>
        </pc:picChg>
      </pc:sldChg>
      <pc:sldChg chg="addSp modSp new mod modAnim">
        <pc:chgData name="Larry Jin" userId="2a62f49d-7364-4168-8fe1-439a14e719a9" providerId="ADAL" clId="{47D68123-7E6F-5D7F-B080-77CD67A8D7DE}" dt="2026-01-28T16:52:54.814" v="131" actId="1076"/>
        <pc:sldMkLst>
          <pc:docMk/>
          <pc:sldMk cId="2450929662" sldId="2147479882"/>
        </pc:sldMkLst>
        <pc:spChg chg="mod">
          <ac:chgData name="Larry Jin" userId="2a62f49d-7364-4168-8fe1-439a14e719a9" providerId="ADAL" clId="{47D68123-7E6F-5D7F-B080-77CD67A8D7DE}" dt="2026-01-28T16:52:51.295" v="130" actId="255"/>
          <ac:spMkLst>
            <pc:docMk/>
            <pc:sldMk cId="2450929662" sldId="2147479882"/>
            <ac:spMk id="2" creationId="{106C6C07-C70F-C8DE-6E83-0F127F3D7ACD}"/>
          </ac:spMkLst>
        </pc:spChg>
        <pc:spChg chg="mod">
          <ac:chgData name="Larry Jin" userId="2a62f49d-7364-4168-8fe1-439a14e719a9" providerId="ADAL" clId="{47D68123-7E6F-5D7F-B080-77CD67A8D7DE}" dt="2026-01-28T16:52:17.335" v="117" actId="20577"/>
          <ac:spMkLst>
            <pc:docMk/>
            <pc:sldMk cId="2450929662" sldId="2147479882"/>
            <ac:spMk id="3" creationId="{FAB09EB3-CB9F-EEAF-D8B7-63F434424D6F}"/>
          </ac:spMkLst>
        </pc:spChg>
        <pc:picChg chg="add mod">
          <ac:chgData name="Larry Jin" userId="2a62f49d-7364-4168-8fe1-439a14e719a9" providerId="ADAL" clId="{47D68123-7E6F-5D7F-B080-77CD67A8D7DE}" dt="2026-01-28T16:52:54.814" v="131" actId="1076"/>
          <ac:picMkLst>
            <pc:docMk/>
            <pc:sldMk cId="2450929662" sldId="2147479882"/>
            <ac:picMk id="5" creationId="{EEA3582A-B91E-736D-BFFA-00D2B13B545A}"/>
          </ac:picMkLst>
        </pc:picChg>
      </pc:sldChg>
      <pc:sldChg chg="addSp delSp modSp new mod ord">
        <pc:chgData name="Larry Jin" userId="2a62f49d-7364-4168-8fe1-439a14e719a9" providerId="ADAL" clId="{47D68123-7E6F-5D7F-B080-77CD67A8D7DE}" dt="2026-01-28T18:54:22.965" v="992" actId="255"/>
        <pc:sldMkLst>
          <pc:docMk/>
          <pc:sldMk cId="2910395736" sldId="2147479883"/>
        </pc:sldMkLst>
        <pc:spChg chg="mod">
          <ac:chgData name="Larry Jin" userId="2a62f49d-7364-4168-8fe1-439a14e719a9" providerId="ADAL" clId="{47D68123-7E6F-5D7F-B080-77CD67A8D7DE}" dt="2026-01-28T18:54:22.965" v="992" actId="255"/>
          <ac:spMkLst>
            <pc:docMk/>
            <pc:sldMk cId="2910395736" sldId="2147479883"/>
            <ac:spMk id="3" creationId="{8DD60B33-C55F-D594-F0DE-C53B4215868D}"/>
          </ac:spMkLst>
        </pc:spChg>
        <pc:spChg chg="add mod">
          <ac:chgData name="Larry Jin" userId="2a62f49d-7364-4168-8fe1-439a14e719a9" providerId="ADAL" clId="{47D68123-7E6F-5D7F-B080-77CD67A8D7DE}" dt="2026-01-28T17:47:02.657" v="403" actId="14100"/>
          <ac:spMkLst>
            <pc:docMk/>
            <pc:sldMk cId="2910395736" sldId="2147479883"/>
            <ac:spMk id="8" creationId="{E39875F2-9272-D018-C60D-787C4781CAE6}"/>
          </ac:spMkLst>
        </pc:spChg>
        <pc:spChg chg="add mod">
          <ac:chgData name="Larry Jin" userId="2a62f49d-7364-4168-8fe1-439a14e719a9" providerId="ADAL" clId="{47D68123-7E6F-5D7F-B080-77CD67A8D7DE}" dt="2026-01-28T18:52:17.948" v="901" actId="20577"/>
          <ac:spMkLst>
            <pc:docMk/>
            <pc:sldMk cId="2910395736" sldId="2147479883"/>
            <ac:spMk id="10" creationId="{40829A40-18EA-147D-B8FD-29669AD5EB9D}"/>
          </ac:spMkLst>
        </pc:spChg>
        <pc:picChg chg="add mod">
          <ac:chgData name="Larry Jin" userId="2a62f49d-7364-4168-8fe1-439a14e719a9" providerId="ADAL" clId="{47D68123-7E6F-5D7F-B080-77CD67A8D7DE}" dt="2026-01-28T17:45:30.838" v="353" actId="1076"/>
          <ac:picMkLst>
            <pc:docMk/>
            <pc:sldMk cId="2910395736" sldId="2147479883"/>
            <ac:picMk id="6" creationId="{0ED984EC-00FD-96E4-31A9-EF7AE0C770B2}"/>
          </ac:picMkLst>
        </pc:picChg>
      </pc:sldChg>
      <pc:sldChg chg="addSp delSp modSp new mod ord">
        <pc:chgData name="Larry Jin" userId="2a62f49d-7364-4168-8fe1-439a14e719a9" providerId="ADAL" clId="{47D68123-7E6F-5D7F-B080-77CD67A8D7DE}" dt="2026-01-28T19:42:51.818" v="1035" actId="12"/>
        <pc:sldMkLst>
          <pc:docMk/>
          <pc:sldMk cId="3644572667" sldId="2147479884"/>
        </pc:sldMkLst>
        <pc:spChg chg="mod">
          <ac:chgData name="Larry Jin" userId="2a62f49d-7364-4168-8fe1-439a14e719a9" providerId="ADAL" clId="{47D68123-7E6F-5D7F-B080-77CD67A8D7DE}" dt="2026-01-28T19:42:44.225" v="1030" actId="255"/>
          <ac:spMkLst>
            <pc:docMk/>
            <pc:sldMk cId="3644572667" sldId="2147479884"/>
            <ac:spMk id="3" creationId="{F6F7EFC1-B6EA-86C5-E6C4-7A96E0276E11}"/>
          </ac:spMkLst>
        </pc:spChg>
        <pc:spChg chg="add mod">
          <ac:chgData name="Larry Jin" userId="2a62f49d-7364-4168-8fe1-439a14e719a9" providerId="ADAL" clId="{47D68123-7E6F-5D7F-B080-77CD67A8D7DE}" dt="2026-01-28T19:42:51.818" v="1035" actId="12"/>
          <ac:spMkLst>
            <pc:docMk/>
            <pc:sldMk cId="3644572667" sldId="2147479884"/>
            <ac:spMk id="5" creationId="{B71719BE-20F8-21B9-5DD7-3532C7CC0EBC}"/>
          </ac:spMkLst>
        </pc:spChg>
      </pc:sldChg>
      <pc:sldChg chg="addSp delSp modSp new mod ord">
        <pc:chgData name="Larry Jin" userId="2a62f49d-7364-4168-8fe1-439a14e719a9" providerId="ADAL" clId="{47D68123-7E6F-5D7F-B080-77CD67A8D7DE}" dt="2026-01-28T18:51:40.763" v="867" actId="20577"/>
        <pc:sldMkLst>
          <pc:docMk/>
          <pc:sldMk cId="3000215812" sldId="2147479885"/>
        </pc:sldMkLst>
        <pc:spChg chg="mod">
          <ac:chgData name="Larry Jin" userId="2a62f49d-7364-4168-8fe1-439a14e719a9" providerId="ADAL" clId="{47D68123-7E6F-5D7F-B080-77CD67A8D7DE}" dt="2026-01-28T18:26:25.419" v="693" actId="20577"/>
          <ac:spMkLst>
            <pc:docMk/>
            <pc:sldMk cId="3000215812" sldId="2147479885"/>
            <ac:spMk id="3" creationId="{A0A34F12-EA31-E2E4-8E2A-8333920ED1DF}"/>
          </ac:spMkLst>
        </pc:spChg>
        <pc:spChg chg="add mod">
          <ac:chgData name="Larry Jin" userId="2a62f49d-7364-4168-8fe1-439a14e719a9" providerId="ADAL" clId="{47D68123-7E6F-5D7F-B080-77CD67A8D7DE}" dt="2026-01-28T18:51:40.763" v="867" actId="20577"/>
          <ac:spMkLst>
            <pc:docMk/>
            <pc:sldMk cId="3000215812" sldId="2147479885"/>
            <ac:spMk id="6" creationId="{03C18454-81E9-5195-C175-A4352FDA19CC}"/>
          </ac:spMkLst>
        </pc:spChg>
        <pc:picChg chg="add mod">
          <ac:chgData name="Larry Jin" userId="2a62f49d-7364-4168-8fe1-439a14e719a9" providerId="ADAL" clId="{47D68123-7E6F-5D7F-B080-77CD67A8D7DE}" dt="2026-01-28T18:50:10.531" v="840" actId="1076"/>
          <ac:picMkLst>
            <pc:docMk/>
            <pc:sldMk cId="3000215812" sldId="2147479885"/>
            <ac:picMk id="7" creationId="{A2CD3C1F-94CF-9FEF-3422-AF56FEBDF149}"/>
          </ac:picMkLst>
        </pc:picChg>
      </pc:sldChg>
      <pc:sldChg chg="modSp mod">
        <pc:chgData name="Larry Jin" userId="2a62f49d-7364-4168-8fe1-439a14e719a9" providerId="ADAL" clId="{47D68123-7E6F-5D7F-B080-77CD67A8D7DE}" dt="2026-01-28T21:25:03.863" v="1110" actId="14100"/>
        <pc:sldMkLst>
          <pc:docMk/>
          <pc:sldMk cId="3766366247" sldId="2147479891"/>
        </pc:sldMkLst>
        <pc:spChg chg="mod">
          <ac:chgData name="Larry Jin" userId="2a62f49d-7364-4168-8fe1-439a14e719a9" providerId="ADAL" clId="{47D68123-7E6F-5D7F-B080-77CD67A8D7DE}" dt="2026-01-28T21:25:03.863" v="1110" actId="14100"/>
          <ac:spMkLst>
            <pc:docMk/>
            <pc:sldMk cId="3766366247" sldId="2147479891"/>
            <ac:spMk id="2" creationId="{4CDFD756-D55D-4D1E-C911-37CD04A5E574}"/>
          </ac:spMkLst>
        </pc:spChg>
        <pc:spChg chg="mod">
          <ac:chgData name="Larry Jin" userId="2a62f49d-7364-4168-8fe1-439a14e719a9" providerId="ADAL" clId="{47D68123-7E6F-5D7F-B080-77CD67A8D7DE}" dt="2026-01-28T21:19:04.387" v="1071" actId="1076"/>
          <ac:spMkLst>
            <pc:docMk/>
            <pc:sldMk cId="3766366247" sldId="2147479891"/>
            <ac:spMk id="7" creationId="{633FC760-FD1C-A032-0512-37D2AE70D43F}"/>
          </ac:spMkLst>
        </pc:spChg>
        <pc:spChg chg="mod">
          <ac:chgData name="Larry Jin" userId="2a62f49d-7364-4168-8fe1-439a14e719a9" providerId="ADAL" clId="{47D68123-7E6F-5D7F-B080-77CD67A8D7DE}" dt="2026-01-28T21:19:08.765" v="1072" actId="14100"/>
          <ac:spMkLst>
            <pc:docMk/>
            <pc:sldMk cId="3766366247" sldId="2147479891"/>
            <ac:spMk id="11" creationId="{EBBA751B-D3B1-D2E9-9C04-E1F88646FF7A}"/>
          </ac:spMkLst>
        </pc:spChg>
        <pc:spChg chg="mod">
          <ac:chgData name="Larry Jin" userId="2a62f49d-7364-4168-8fe1-439a14e719a9" providerId="ADAL" clId="{47D68123-7E6F-5D7F-B080-77CD67A8D7DE}" dt="2026-01-28T21:19:42.907" v="1082" actId="1076"/>
          <ac:spMkLst>
            <pc:docMk/>
            <pc:sldMk cId="3766366247" sldId="2147479891"/>
            <ac:spMk id="12" creationId="{9712FC62-5659-FED6-01BF-2102F317142A}"/>
          </ac:spMkLst>
        </pc:spChg>
        <pc:spChg chg="mod">
          <ac:chgData name="Larry Jin" userId="2a62f49d-7364-4168-8fe1-439a14e719a9" providerId="ADAL" clId="{47D68123-7E6F-5D7F-B080-77CD67A8D7DE}" dt="2026-01-28T21:18:59.447" v="1070" actId="552"/>
          <ac:spMkLst>
            <pc:docMk/>
            <pc:sldMk cId="3766366247" sldId="2147479891"/>
            <ac:spMk id="15" creationId="{1C9922E5-6F23-FABD-2508-39B34B000932}"/>
          </ac:spMkLst>
        </pc:spChg>
        <pc:picChg chg="mod">
          <ac:chgData name="Larry Jin" userId="2a62f49d-7364-4168-8fe1-439a14e719a9" providerId="ADAL" clId="{47D68123-7E6F-5D7F-B080-77CD67A8D7DE}" dt="2026-01-28T21:20:01.989" v="1085" actId="14100"/>
          <ac:picMkLst>
            <pc:docMk/>
            <pc:sldMk cId="3766366247" sldId="2147479891"/>
            <ac:picMk id="8" creationId="{71785359-318C-53D3-92AE-09A13334A666}"/>
          </ac:picMkLst>
        </pc:picChg>
        <pc:cxnChg chg="mod">
          <ac:chgData name="Larry Jin" userId="2a62f49d-7364-4168-8fe1-439a14e719a9" providerId="ADAL" clId="{47D68123-7E6F-5D7F-B080-77CD67A8D7DE}" dt="2026-01-28T21:20:26.667" v="1088" actId="1076"/>
          <ac:cxnSpMkLst>
            <pc:docMk/>
            <pc:sldMk cId="3766366247" sldId="2147479891"/>
            <ac:cxnSpMk id="14" creationId="{F0C0EAAC-DBAD-C99B-8FC5-D04E013C7E59}"/>
          </ac:cxnSpMkLst>
        </pc:cxnChg>
      </pc:sldChg>
      <pc:sldChg chg="modSp mod">
        <pc:chgData name="Larry Jin" userId="2a62f49d-7364-4168-8fe1-439a14e719a9" providerId="ADAL" clId="{47D68123-7E6F-5D7F-B080-77CD67A8D7DE}" dt="2026-01-28T19:53:26.595" v="1043" actId="20577"/>
        <pc:sldMkLst>
          <pc:docMk/>
          <pc:sldMk cId="1187013982" sldId="2147479894"/>
        </pc:sldMkLst>
        <pc:spChg chg="mod">
          <ac:chgData name="Larry Jin" userId="2a62f49d-7364-4168-8fe1-439a14e719a9" providerId="ADAL" clId="{47D68123-7E6F-5D7F-B080-77CD67A8D7DE}" dt="2026-01-28T19:53:26.595" v="1043" actId="20577"/>
          <ac:spMkLst>
            <pc:docMk/>
            <pc:sldMk cId="1187013982" sldId="2147479894"/>
            <ac:spMk id="3" creationId="{11FEAAF6-4DF0-8492-F05C-3CF4670B4AE7}"/>
          </ac:spMkLst>
        </pc:spChg>
        <pc:spChg chg="mod">
          <ac:chgData name="Larry Jin" userId="2a62f49d-7364-4168-8fe1-439a14e719a9" providerId="ADAL" clId="{47D68123-7E6F-5D7F-B080-77CD67A8D7DE}" dt="2026-01-28T19:42:25.518" v="1024" actId="207"/>
          <ac:spMkLst>
            <pc:docMk/>
            <pc:sldMk cId="1187013982" sldId="2147479894"/>
            <ac:spMk id="5" creationId="{EC085617-8015-C03B-B878-E3590F5AA984}"/>
          </ac:spMkLst>
        </pc:spChg>
      </pc:sldChg>
      <pc:sldChg chg="modSp mod">
        <pc:chgData name="Larry Jin" userId="2a62f49d-7364-4168-8fe1-439a14e719a9" providerId="ADAL" clId="{47D68123-7E6F-5D7F-B080-77CD67A8D7DE}" dt="2026-01-28T20:36:27.553" v="1069" actId="20577"/>
        <pc:sldMkLst>
          <pc:docMk/>
          <pc:sldMk cId="1257738285" sldId="2147479903"/>
        </pc:sldMkLst>
        <pc:spChg chg="mod">
          <ac:chgData name="Larry Jin" userId="2a62f49d-7364-4168-8fe1-439a14e719a9" providerId="ADAL" clId="{47D68123-7E6F-5D7F-B080-77CD67A8D7DE}" dt="2026-01-28T20:36:27.553" v="1069" actId="20577"/>
          <ac:spMkLst>
            <pc:docMk/>
            <pc:sldMk cId="1257738285" sldId="2147479903"/>
            <ac:spMk id="3" creationId="{FA193827-F8C4-A1E0-435E-8091C093355F}"/>
          </ac:spMkLst>
        </pc:spChg>
      </pc:sldChg>
    </pc:docChg>
  </pc:docChgLst>
  <pc:docChgLst>
    <pc:chgData name="Jianchen Yang" userId="S::jianchen.yang@c3.ai::859771ec-26cd-4ecc-a167-0b58081d86df" providerId="AD" clId="Web-{34B3EE79-1675-7467-FE15-57CF5E08C9FD}"/>
    <pc:docChg chg="addSld delSld modSld modSection">
      <pc:chgData name="Jianchen Yang" userId="S::jianchen.yang@c3.ai::859771ec-26cd-4ecc-a167-0b58081d86df" providerId="AD" clId="Web-{34B3EE79-1675-7467-FE15-57CF5E08C9FD}" dt="2026-01-28T22:09:49.036" v="1619" actId="20577"/>
      <pc:docMkLst>
        <pc:docMk/>
      </pc:docMkLst>
      <pc:sldChg chg="modSp">
        <pc:chgData name="Jianchen Yang" userId="S::jianchen.yang@c3.ai::859771ec-26cd-4ecc-a167-0b58081d86df" providerId="AD" clId="Web-{34B3EE79-1675-7467-FE15-57CF5E08C9FD}" dt="2026-01-28T20:47:10.942" v="324" actId="20577"/>
        <pc:sldMkLst>
          <pc:docMk/>
          <pc:sldMk cId="1960883186" sldId="3356"/>
        </pc:sldMkLst>
        <pc:spChg chg="mod">
          <ac:chgData name="Jianchen Yang" userId="S::jianchen.yang@c3.ai::859771ec-26cd-4ecc-a167-0b58081d86df" providerId="AD" clId="Web-{34B3EE79-1675-7467-FE15-57CF5E08C9FD}" dt="2026-01-28T20:47:10.942" v="324" actId="20577"/>
          <ac:spMkLst>
            <pc:docMk/>
            <pc:sldMk cId="1960883186" sldId="3356"/>
            <ac:spMk id="2" creationId="{E53E148F-0B4E-6444-D16F-7D325C2AF184}"/>
          </ac:spMkLst>
        </pc:spChg>
      </pc:sldChg>
      <pc:sldChg chg="modSp">
        <pc:chgData name="Jianchen Yang" userId="S::jianchen.yang@c3.ai::859771ec-26cd-4ecc-a167-0b58081d86df" providerId="AD" clId="Web-{34B3EE79-1675-7467-FE15-57CF5E08C9FD}" dt="2026-01-28T19:53:34.490" v="2" actId="20577"/>
        <pc:sldMkLst>
          <pc:docMk/>
          <pc:sldMk cId="3673140681" sldId="3359"/>
        </pc:sldMkLst>
        <pc:spChg chg="mod">
          <ac:chgData name="Jianchen Yang" userId="S::jianchen.yang@c3.ai::859771ec-26cd-4ecc-a167-0b58081d86df" providerId="AD" clId="Web-{34B3EE79-1675-7467-FE15-57CF5E08C9FD}" dt="2026-01-28T19:53:34.490" v="2" actId="20577"/>
          <ac:spMkLst>
            <pc:docMk/>
            <pc:sldMk cId="3673140681" sldId="3359"/>
            <ac:spMk id="2" creationId="{498049A1-8629-DCD2-C185-635468B88052}"/>
          </ac:spMkLst>
        </pc:spChg>
      </pc:sldChg>
      <pc:sldChg chg="modSp">
        <pc:chgData name="Jianchen Yang" userId="S::jianchen.yang@c3.ai::859771ec-26cd-4ecc-a167-0b58081d86df" providerId="AD" clId="Web-{34B3EE79-1675-7467-FE15-57CF5E08C9FD}" dt="2026-01-28T21:02:23.105" v="883" actId="20577"/>
        <pc:sldMkLst>
          <pc:docMk/>
          <pc:sldMk cId="1971899811" sldId="2147479880"/>
        </pc:sldMkLst>
        <pc:spChg chg="mod">
          <ac:chgData name="Jianchen Yang" userId="S::jianchen.yang@c3.ai::859771ec-26cd-4ecc-a167-0b58081d86df" providerId="AD" clId="Web-{34B3EE79-1675-7467-FE15-57CF5E08C9FD}" dt="2026-01-28T20:47:44.052" v="338" actId="20577"/>
          <ac:spMkLst>
            <pc:docMk/>
            <pc:sldMk cId="1971899811" sldId="2147479880"/>
            <ac:spMk id="2" creationId="{15B0A48B-EDED-E664-30B3-E6875CC2381B}"/>
          </ac:spMkLst>
        </pc:spChg>
        <pc:spChg chg="mod">
          <ac:chgData name="Jianchen Yang" userId="S::jianchen.yang@c3.ai::859771ec-26cd-4ecc-a167-0b58081d86df" providerId="AD" clId="Web-{34B3EE79-1675-7467-FE15-57CF5E08C9FD}" dt="2026-01-28T21:02:23.105" v="883" actId="20577"/>
          <ac:spMkLst>
            <pc:docMk/>
            <pc:sldMk cId="1971899811" sldId="2147479880"/>
            <ac:spMk id="3" creationId="{D6D513F1-906F-23D5-B9FE-D5A97CC3D882}"/>
          </ac:spMkLst>
        </pc:spChg>
      </pc:sldChg>
      <pc:sldChg chg="addSp modSp">
        <pc:chgData name="Jianchen Yang" userId="S::jianchen.yang@c3.ai::859771ec-26cd-4ecc-a167-0b58081d86df" providerId="AD" clId="Web-{34B3EE79-1675-7467-FE15-57CF5E08C9FD}" dt="2026-01-28T20:46:51.614" v="321"/>
        <pc:sldMkLst>
          <pc:docMk/>
          <pc:sldMk cId="2450929662" sldId="2147479882"/>
        </pc:sldMkLst>
        <pc:spChg chg="add mod">
          <ac:chgData name="Jianchen Yang" userId="S::jianchen.yang@c3.ai::859771ec-26cd-4ecc-a167-0b58081d86df" providerId="AD" clId="Web-{34B3EE79-1675-7467-FE15-57CF5E08C9FD}" dt="2026-01-28T20:46:51.614" v="321"/>
          <ac:spMkLst>
            <pc:docMk/>
            <pc:sldMk cId="2450929662" sldId="2147479882"/>
            <ac:spMk id="6" creationId="{AC7216E2-2849-916E-4853-DC441A859BEF}"/>
          </ac:spMkLst>
        </pc:spChg>
      </pc:sldChg>
      <pc:sldChg chg="modSp add replId">
        <pc:chgData name="Jianchen Yang" userId="S::jianchen.yang@c3.ai::859771ec-26cd-4ecc-a167-0b58081d86df" providerId="AD" clId="Web-{34B3EE79-1675-7467-FE15-57CF5E08C9FD}" dt="2026-01-28T19:53:39.678" v="4" actId="20577"/>
        <pc:sldMkLst>
          <pc:docMk/>
          <pc:sldMk cId="2848106110" sldId="2147479897"/>
        </pc:sldMkLst>
        <pc:spChg chg="mod">
          <ac:chgData name="Jianchen Yang" userId="S::jianchen.yang@c3.ai::859771ec-26cd-4ecc-a167-0b58081d86df" providerId="AD" clId="Web-{34B3EE79-1675-7467-FE15-57CF5E08C9FD}" dt="2026-01-28T19:53:39.678" v="4" actId="20577"/>
          <ac:spMkLst>
            <pc:docMk/>
            <pc:sldMk cId="2848106110" sldId="2147479897"/>
            <ac:spMk id="2" creationId="{892721C9-EE9D-DAD7-FE1D-2FDDE6F576CC}"/>
          </ac:spMkLst>
        </pc:spChg>
      </pc:sldChg>
      <pc:sldChg chg="modSp add replId">
        <pc:chgData name="Jianchen Yang" userId="S::jianchen.yang@c3.ai::859771ec-26cd-4ecc-a167-0b58081d86df" providerId="AD" clId="Web-{34B3EE79-1675-7467-FE15-57CF5E08C9FD}" dt="2026-01-28T19:55:48.322" v="60" actId="20577"/>
        <pc:sldMkLst>
          <pc:docMk/>
          <pc:sldMk cId="2327285960" sldId="2147479899"/>
        </pc:sldMkLst>
        <pc:spChg chg="mod">
          <ac:chgData name="Jianchen Yang" userId="S::jianchen.yang@c3.ai::859771ec-26cd-4ecc-a167-0b58081d86df" providerId="AD" clId="Web-{34B3EE79-1675-7467-FE15-57CF5E08C9FD}" dt="2026-01-28T19:55:48.322" v="60" actId="20577"/>
          <ac:spMkLst>
            <pc:docMk/>
            <pc:sldMk cId="2327285960" sldId="2147479899"/>
            <ac:spMk id="3" creationId="{F6A8D583-ADD0-C462-5784-3DC963603BD9}"/>
          </ac:spMkLst>
        </pc:spChg>
      </pc:sldChg>
      <pc:sldChg chg="addSp delSp modSp add replId">
        <pc:chgData name="Jianchen Yang" userId="S::jianchen.yang@c3.ai::859771ec-26cd-4ecc-a167-0b58081d86df" providerId="AD" clId="Web-{34B3EE79-1675-7467-FE15-57CF5E08C9FD}" dt="2026-01-28T22:09:49.036" v="1619" actId="20577"/>
        <pc:sldMkLst>
          <pc:docMk/>
          <pc:sldMk cId="350669208" sldId="2147479900"/>
        </pc:sldMkLst>
        <pc:spChg chg="mod">
          <ac:chgData name="Jianchen Yang" userId="S::jianchen.yang@c3.ai::859771ec-26cd-4ecc-a167-0b58081d86df" providerId="AD" clId="Web-{34B3EE79-1675-7467-FE15-57CF5E08C9FD}" dt="2026-01-28T22:09:49.036" v="1619" actId="20577"/>
          <ac:spMkLst>
            <pc:docMk/>
            <pc:sldMk cId="350669208" sldId="2147479900"/>
            <ac:spMk id="2" creationId="{E913A1B7-DF28-40F9-4452-8D37DA6431F3}"/>
          </ac:spMkLst>
        </pc:spChg>
        <pc:spChg chg="mod">
          <ac:chgData name="Jianchen Yang" userId="S::jianchen.yang@c3.ai::859771ec-26cd-4ecc-a167-0b58081d86df" providerId="AD" clId="Web-{34B3EE79-1675-7467-FE15-57CF5E08C9FD}" dt="2026-01-28T21:20:38.865" v="1276" actId="1076"/>
          <ac:spMkLst>
            <pc:docMk/>
            <pc:sldMk cId="350669208" sldId="2147479900"/>
            <ac:spMk id="3" creationId="{2BA9E1F9-3A42-CA87-8073-C2750ADD7E4F}"/>
          </ac:spMkLst>
        </pc:spChg>
        <pc:picChg chg="add mod">
          <ac:chgData name="Jianchen Yang" userId="S::jianchen.yang@c3.ai::859771ec-26cd-4ecc-a167-0b58081d86df" providerId="AD" clId="Web-{34B3EE79-1675-7467-FE15-57CF5E08C9FD}" dt="2026-01-28T21:23:23.945" v="1316" actId="1076"/>
          <ac:picMkLst>
            <pc:docMk/>
            <pc:sldMk cId="350669208" sldId="2147479900"/>
            <ac:picMk id="8" creationId="{A9394562-F8BA-E378-3EC6-3A06FDB87794}"/>
          </ac:picMkLst>
        </pc:picChg>
        <pc:picChg chg="add mod">
          <ac:chgData name="Jianchen Yang" userId="S::jianchen.yang@c3.ai::859771ec-26cd-4ecc-a167-0b58081d86df" providerId="AD" clId="Web-{34B3EE79-1675-7467-FE15-57CF5E08C9FD}" dt="2026-01-28T21:22:50.617" v="1306" actId="1076"/>
          <ac:picMkLst>
            <pc:docMk/>
            <pc:sldMk cId="350669208" sldId="2147479900"/>
            <ac:picMk id="10" creationId="{093CC2D5-4BB0-3E23-0FAA-AA85D2F2D3B2}"/>
          </ac:picMkLst>
        </pc:picChg>
        <pc:picChg chg="add mod">
          <ac:chgData name="Jianchen Yang" userId="S::jianchen.yang@c3.ai::859771ec-26cd-4ecc-a167-0b58081d86df" providerId="AD" clId="Web-{34B3EE79-1675-7467-FE15-57CF5E08C9FD}" dt="2026-01-28T21:22:54.648" v="1307" actId="1076"/>
          <ac:picMkLst>
            <pc:docMk/>
            <pc:sldMk cId="350669208" sldId="2147479900"/>
            <ac:picMk id="11" creationId="{47D7296C-9C94-4822-EA11-CA900F775500}"/>
          </ac:picMkLst>
        </pc:picChg>
      </pc:sldChg>
      <pc:sldChg chg="addSp delSp modSp add replId">
        <pc:chgData name="Jianchen Yang" userId="S::jianchen.yang@c3.ai::859771ec-26cd-4ecc-a167-0b58081d86df" providerId="AD" clId="Web-{34B3EE79-1675-7467-FE15-57CF5E08C9FD}" dt="2026-01-28T21:11:05.238" v="1044"/>
        <pc:sldMkLst>
          <pc:docMk/>
          <pc:sldMk cId="3118932765" sldId="2147479901"/>
        </pc:sldMkLst>
        <pc:spChg chg="mod">
          <ac:chgData name="Jianchen Yang" userId="S::jianchen.yang@c3.ai::859771ec-26cd-4ecc-a167-0b58081d86df" providerId="AD" clId="Web-{34B3EE79-1675-7467-FE15-57CF5E08C9FD}" dt="2026-01-28T20:03:02.073" v="97" actId="20577"/>
          <ac:spMkLst>
            <pc:docMk/>
            <pc:sldMk cId="3118932765" sldId="2147479901"/>
            <ac:spMk id="3" creationId="{41E3D463-8A1B-072B-41FC-CB0EE241A469}"/>
          </ac:spMkLst>
        </pc:spChg>
      </pc:sldChg>
      <pc:sldChg chg="modSp add replId">
        <pc:chgData name="Jianchen Yang" userId="S::jianchen.yang@c3.ai::859771ec-26cd-4ecc-a167-0b58081d86df" providerId="AD" clId="Web-{34B3EE79-1675-7467-FE15-57CF5E08C9FD}" dt="2026-01-28T20:47:13.629" v="327" actId="20577"/>
        <pc:sldMkLst>
          <pc:docMk/>
          <pc:sldMk cId="2659415659" sldId="2147479906"/>
        </pc:sldMkLst>
        <pc:spChg chg="mod">
          <ac:chgData name="Jianchen Yang" userId="S::jianchen.yang@c3.ai::859771ec-26cd-4ecc-a167-0b58081d86df" providerId="AD" clId="Web-{34B3EE79-1675-7467-FE15-57CF5E08C9FD}" dt="2026-01-28T20:47:13.629" v="327" actId="20577"/>
          <ac:spMkLst>
            <pc:docMk/>
            <pc:sldMk cId="2659415659" sldId="2147479906"/>
            <ac:spMk id="2" creationId="{ABBDE846-0857-15FF-32C2-6BA186F9104C}"/>
          </ac:spMkLst>
        </pc:spChg>
      </pc:sldChg>
      <pc:sldChg chg="modSp add replId">
        <pc:chgData name="Jianchen Yang" userId="S::jianchen.yang@c3.ai::859771ec-26cd-4ecc-a167-0b58081d86df" providerId="AD" clId="Web-{34B3EE79-1675-7467-FE15-57CF5E08C9FD}" dt="2026-01-28T21:30:47.879" v="1598" actId="1076"/>
        <pc:sldMkLst>
          <pc:docMk/>
          <pc:sldMk cId="1656722909" sldId="2147479907"/>
        </pc:sldMkLst>
        <pc:spChg chg="mod">
          <ac:chgData name="Jianchen Yang" userId="S::jianchen.yang@c3.ai::859771ec-26cd-4ecc-a167-0b58081d86df" providerId="AD" clId="Web-{34B3EE79-1675-7467-FE15-57CF5E08C9FD}" dt="2026-01-28T21:30:47.879" v="1598" actId="1076"/>
          <ac:spMkLst>
            <pc:docMk/>
            <pc:sldMk cId="1656722909" sldId="2147479907"/>
            <ac:spMk id="2" creationId="{C97A4630-EAE8-A8DD-8569-ECA12EB33AE7}"/>
          </ac:spMkLst>
        </pc:spChg>
        <pc:spChg chg="mod">
          <ac:chgData name="Jianchen Yang" userId="S::jianchen.yang@c3.ai::859771ec-26cd-4ecc-a167-0b58081d86df" providerId="AD" clId="Web-{34B3EE79-1675-7467-FE15-57CF5E08C9FD}" dt="2026-01-28T21:30:45.176" v="1597" actId="1076"/>
          <ac:spMkLst>
            <pc:docMk/>
            <pc:sldMk cId="1656722909" sldId="2147479907"/>
            <ac:spMk id="3" creationId="{E2A67341-D279-3918-FEE3-FE0A76363A76}"/>
          </ac:spMkLst>
        </pc:spChg>
      </pc:sldChg>
    </pc:docChg>
  </pc:docChgLst>
  <pc:docChgLst>
    <pc:chgData name="Yunxuan Jiang" userId="S::yunxuan.jiang@c3.ai::da89d086-339a-4e44-a2e9-bcf014b751d4" providerId="AD" clId="Web-{C3780F49-F01F-1388-B4F6-AEB6AE3F68D9}"/>
    <pc:docChg chg="modSld">
      <pc:chgData name="Yunxuan Jiang" userId="S::yunxuan.jiang@c3.ai::da89d086-339a-4e44-a2e9-bcf014b751d4" providerId="AD" clId="Web-{C3780F49-F01F-1388-B4F6-AEB6AE3F68D9}" dt="2026-01-28T21:54:01.547" v="489" actId="1076"/>
      <pc:docMkLst>
        <pc:docMk/>
      </pc:docMkLst>
      <pc:sldChg chg="addSp delSp modSp">
        <pc:chgData name="Yunxuan Jiang" userId="S::yunxuan.jiang@c3.ai::da89d086-339a-4e44-a2e9-bcf014b751d4" providerId="AD" clId="Web-{C3780F49-F01F-1388-B4F6-AEB6AE3F68D9}" dt="2026-01-28T21:54:01.547" v="489" actId="1076"/>
        <pc:sldMkLst>
          <pc:docMk/>
          <pc:sldMk cId="2485713818" sldId="2147479902"/>
        </pc:sldMkLst>
        <pc:spChg chg="mod">
          <ac:chgData name="Yunxuan Jiang" userId="S::yunxuan.jiang@c3.ai::da89d086-339a-4e44-a2e9-bcf014b751d4" providerId="AD" clId="Web-{C3780F49-F01F-1388-B4F6-AEB6AE3F68D9}" dt="2026-01-28T20:41:05.177" v="483" actId="20577"/>
          <ac:spMkLst>
            <pc:docMk/>
            <pc:sldMk cId="2485713818" sldId="2147479902"/>
            <ac:spMk id="2" creationId="{D2D53A6F-37B2-0162-21B7-35FC9954A8B4}"/>
          </ac:spMkLst>
        </pc:spChg>
        <pc:picChg chg="add mod">
          <ac:chgData name="Yunxuan Jiang" userId="S::yunxuan.jiang@c3.ai::da89d086-339a-4e44-a2e9-bcf014b751d4" providerId="AD" clId="Web-{C3780F49-F01F-1388-B4F6-AEB6AE3F68D9}" dt="2026-01-28T21:54:01.547" v="489" actId="1076"/>
          <ac:picMkLst>
            <pc:docMk/>
            <pc:sldMk cId="2485713818" sldId="2147479902"/>
            <ac:picMk id="5" creationId="{843F96B9-A5A7-5E77-7DF7-05258C11C6A7}"/>
          </ac:picMkLst>
        </pc:picChg>
        <pc:picChg chg="add mod">
          <ac:chgData name="Yunxuan Jiang" userId="S::yunxuan.jiang@c3.ai::da89d086-339a-4e44-a2e9-bcf014b751d4" providerId="AD" clId="Web-{C3780F49-F01F-1388-B4F6-AEB6AE3F68D9}" dt="2026-01-28T20:41:10.208" v="484" actId="1076"/>
          <ac:picMkLst>
            <pc:docMk/>
            <pc:sldMk cId="2485713818" sldId="2147479902"/>
            <ac:picMk id="8" creationId="{E5471333-C2B4-15D4-629C-EB8D6CF4FA7E}"/>
          </ac:picMkLst>
        </pc:picChg>
      </pc:sldChg>
    </pc:docChg>
  </pc:docChgLst>
  <pc:docChgLst>
    <pc:chgData name="Sruti Mallik" userId="d9ce1c2c-af2d-4b43-8516-155266a516a1" providerId="ADAL" clId="{17B117C9-51E1-5EFF-9F1C-5C88D10B0723}"/>
    <pc:docChg chg="undo redo custSel addSld delSld modSld sldOrd modSection">
      <pc:chgData name="Sruti Mallik" userId="d9ce1c2c-af2d-4b43-8516-155266a516a1" providerId="ADAL" clId="{17B117C9-51E1-5EFF-9F1C-5C88D10B0723}" dt="2026-01-29T00:42:29.521" v="5822" actId="207"/>
      <pc:docMkLst>
        <pc:docMk/>
      </pc:docMkLst>
      <pc:sldChg chg="addSp delSp modSp mod ord">
        <pc:chgData name="Sruti Mallik" userId="d9ce1c2c-af2d-4b43-8516-155266a516a1" providerId="ADAL" clId="{17B117C9-51E1-5EFF-9F1C-5C88D10B0723}" dt="2026-01-28T19:30:36.634" v="2047" actId="20578"/>
        <pc:sldMkLst>
          <pc:docMk/>
          <pc:sldMk cId="194681037" sldId="460"/>
        </pc:sldMkLst>
        <pc:spChg chg="mod">
          <ac:chgData name="Sruti Mallik" userId="d9ce1c2c-af2d-4b43-8516-155266a516a1" providerId="ADAL" clId="{17B117C9-51E1-5EFF-9F1C-5C88D10B0723}" dt="2026-01-28T18:17:30.880" v="344" actId="1036"/>
          <ac:spMkLst>
            <pc:docMk/>
            <pc:sldMk cId="194681037" sldId="460"/>
            <ac:spMk id="3" creationId="{79D49538-29D1-FBDB-9B14-ADC41CF76850}"/>
          </ac:spMkLst>
        </pc:spChg>
        <pc:spChg chg="add mod">
          <ac:chgData name="Sruti Mallik" userId="d9ce1c2c-af2d-4b43-8516-155266a516a1" providerId="ADAL" clId="{17B117C9-51E1-5EFF-9F1C-5C88D10B0723}" dt="2026-01-28T19:13:50.784" v="1774" actId="1076"/>
          <ac:spMkLst>
            <pc:docMk/>
            <pc:sldMk cId="194681037" sldId="460"/>
            <ac:spMk id="4" creationId="{7BE4026C-A0B2-2F2E-82DF-11483276C91A}"/>
          </ac:spMkLst>
        </pc:spChg>
        <pc:spChg chg="add mod">
          <ac:chgData name="Sruti Mallik" userId="d9ce1c2c-af2d-4b43-8516-155266a516a1" providerId="ADAL" clId="{17B117C9-51E1-5EFF-9F1C-5C88D10B0723}" dt="2026-01-28T19:14:22.817" v="1781" actId="1076"/>
          <ac:spMkLst>
            <pc:docMk/>
            <pc:sldMk cId="194681037" sldId="460"/>
            <ac:spMk id="7" creationId="{ACC067D5-054A-3BA3-592A-45056E9C5817}"/>
          </ac:spMkLst>
        </pc:spChg>
        <pc:spChg chg="add mod">
          <ac:chgData name="Sruti Mallik" userId="d9ce1c2c-af2d-4b43-8516-155266a516a1" providerId="ADAL" clId="{17B117C9-51E1-5EFF-9F1C-5C88D10B0723}" dt="2026-01-28T19:14:07.846" v="1778" actId="14100"/>
          <ac:spMkLst>
            <pc:docMk/>
            <pc:sldMk cId="194681037" sldId="460"/>
            <ac:spMk id="10" creationId="{1576BD5C-039C-175F-CB2B-DE3F91379157}"/>
          </ac:spMkLst>
        </pc:spChg>
        <pc:spChg chg="add mod">
          <ac:chgData name="Sruti Mallik" userId="d9ce1c2c-af2d-4b43-8516-155266a516a1" providerId="ADAL" clId="{17B117C9-51E1-5EFF-9F1C-5C88D10B0723}" dt="2026-01-28T19:14:18.307" v="1780" actId="1076"/>
          <ac:spMkLst>
            <pc:docMk/>
            <pc:sldMk cId="194681037" sldId="460"/>
            <ac:spMk id="12" creationId="{AF647FB0-E887-048F-0064-20CEE3074E7D}"/>
          </ac:spMkLst>
        </pc:spChg>
        <pc:spChg chg="add mod">
          <ac:chgData name="Sruti Mallik" userId="d9ce1c2c-af2d-4b43-8516-155266a516a1" providerId="ADAL" clId="{17B117C9-51E1-5EFF-9F1C-5C88D10B0723}" dt="2026-01-28T18:13:53.776" v="298" actId="1076"/>
          <ac:spMkLst>
            <pc:docMk/>
            <pc:sldMk cId="194681037" sldId="460"/>
            <ac:spMk id="13" creationId="{58B0739C-0CE8-4BA6-AB4C-CAE5D997E111}"/>
          </ac:spMkLst>
        </pc:spChg>
        <pc:spChg chg="add mod">
          <ac:chgData name="Sruti Mallik" userId="d9ce1c2c-af2d-4b43-8516-155266a516a1" providerId="ADAL" clId="{17B117C9-51E1-5EFF-9F1C-5C88D10B0723}" dt="2026-01-28T18:13:47.099" v="296" actId="1076"/>
          <ac:spMkLst>
            <pc:docMk/>
            <pc:sldMk cId="194681037" sldId="460"/>
            <ac:spMk id="15" creationId="{AF6DAAC8-2EC6-5988-38B5-15783F1A01FE}"/>
          </ac:spMkLst>
        </pc:spChg>
        <pc:spChg chg="add mod">
          <ac:chgData name="Sruti Mallik" userId="d9ce1c2c-af2d-4b43-8516-155266a516a1" providerId="ADAL" clId="{17B117C9-51E1-5EFF-9F1C-5C88D10B0723}" dt="2026-01-28T19:13:04.616" v="1761" actId="14100"/>
          <ac:spMkLst>
            <pc:docMk/>
            <pc:sldMk cId="194681037" sldId="460"/>
            <ac:spMk id="19" creationId="{1DE5111B-8AB8-5C65-2390-DA205F8A7E01}"/>
          </ac:spMkLst>
        </pc:spChg>
        <pc:spChg chg="mod">
          <ac:chgData name="Sruti Mallik" userId="d9ce1c2c-af2d-4b43-8516-155266a516a1" providerId="ADAL" clId="{17B117C9-51E1-5EFF-9F1C-5C88D10B0723}" dt="2026-01-28T18:14:05.939" v="305" actId="1076"/>
          <ac:spMkLst>
            <pc:docMk/>
            <pc:sldMk cId="194681037" sldId="460"/>
            <ac:spMk id="20" creationId="{FB1D11E0-D883-21A0-6826-ADD2791F897F}"/>
          </ac:spMkLst>
        </pc:spChg>
        <pc:spChg chg="mod">
          <ac:chgData name="Sruti Mallik" userId="d9ce1c2c-af2d-4b43-8516-155266a516a1" providerId="ADAL" clId="{17B117C9-51E1-5EFF-9F1C-5C88D10B0723}" dt="2026-01-28T18:11:46.736" v="274" actId="1076"/>
          <ac:spMkLst>
            <pc:docMk/>
            <pc:sldMk cId="194681037" sldId="460"/>
            <ac:spMk id="21" creationId="{A316950C-3F9C-8DB9-50AD-DCDF2810E48A}"/>
          </ac:spMkLst>
        </pc:spChg>
        <pc:spChg chg="add mod">
          <ac:chgData name="Sruti Mallik" userId="d9ce1c2c-af2d-4b43-8516-155266a516a1" providerId="ADAL" clId="{17B117C9-51E1-5EFF-9F1C-5C88D10B0723}" dt="2026-01-28T19:14:56.389" v="1785" actId="1076"/>
          <ac:spMkLst>
            <pc:docMk/>
            <pc:sldMk cId="194681037" sldId="460"/>
            <ac:spMk id="22" creationId="{6D726C4B-F428-4DF8-0AE1-EA2D2EBB42AF}"/>
          </ac:spMkLst>
        </pc:spChg>
        <pc:spChg chg="add mod">
          <ac:chgData name="Sruti Mallik" userId="d9ce1c2c-af2d-4b43-8516-155266a516a1" providerId="ADAL" clId="{17B117C9-51E1-5EFF-9F1C-5C88D10B0723}" dt="2026-01-28T19:14:39.967" v="1784" actId="14100"/>
          <ac:spMkLst>
            <pc:docMk/>
            <pc:sldMk cId="194681037" sldId="460"/>
            <ac:spMk id="24" creationId="{6F0B348F-C91D-AC87-EE1D-DCA0871E0C24}"/>
          </ac:spMkLst>
        </pc:spChg>
        <pc:spChg chg="mod">
          <ac:chgData name="Sruti Mallik" userId="d9ce1c2c-af2d-4b43-8516-155266a516a1" providerId="ADAL" clId="{17B117C9-51E1-5EFF-9F1C-5C88D10B0723}" dt="2026-01-28T18:12:54.944" v="277" actId="14100"/>
          <ac:spMkLst>
            <pc:docMk/>
            <pc:sldMk cId="194681037" sldId="460"/>
            <ac:spMk id="25" creationId="{715A1FDE-C9FD-3C43-02A4-47F2B1CCBB4C}"/>
          </ac:spMkLst>
        </pc:spChg>
        <pc:spChg chg="mod">
          <ac:chgData name="Sruti Mallik" userId="d9ce1c2c-af2d-4b43-8516-155266a516a1" providerId="ADAL" clId="{17B117C9-51E1-5EFF-9F1C-5C88D10B0723}" dt="2026-01-28T18:14:16.070" v="308" actId="1076"/>
          <ac:spMkLst>
            <pc:docMk/>
            <pc:sldMk cId="194681037" sldId="460"/>
            <ac:spMk id="26" creationId="{88E6B1B7-ED4F-20AE-63B3-6912FD55C0C5}"/>
          </ac:spMkLst>
        </pc:spChg>
        <pc:spChg chg="mod">
          <ac:chgData name="Sruti Mallik" userId="d9ce1c2c-af2d-4b43-8516-155266a516a1" providerId="ADAL" clId="{17B117C9-51E1-5EFF-9F1C-5C88D10B0723}" dt="2026-01-28T18:13:00.258" v="279" actId="1076"/>
          <ac:spMkLst>
            <pc:docMk/>
            <pc:sldMk cId="194681037" sldId="460"/>
            <ac:spMk id="30" creationId="{9B01AC6C-FA71-B235-747B-8A4EF4A4207D}"/>
          </ac:spMkLst>
        </pc:spChg>
        <pc:picChg chg="add mod">
          <ac:chgData name="Sruti Mallik" userId="d9ce1c2c-af2d-4b43-8516-155266a516a1" providerId="ADAL" clId="{17B117C9-51E1-5EFF-9F1C-5C88D10B0723}" dt="2026-01-28T18:13:40.461" v="294" actId="1076"/>
          <ac:picMkLst>
            <pc:docMk/>
            <pc:sldMk cId="194681037" sldId="460"/>
            <ac:picMk id="16" creationId="{CC235E08-8D77-A3C0-AF0A-53B49D2E24EE}"/>
          </ac:picMkLst>
        </pc:picChg>
        <pc:picChg chg="add mod">
          <ac:chgData name="Sruti Mallik" userId="d9ce1c2c-af2d-4b43-8516-155266a516a1" providerId="ADAL" clId="{17B117C9-51E1-5EFF-9F1C-5C88D10B0723}" dt="2026-01-28T18:13:37.820" v="293" actId="1076"/>
          <ac:picMkLst>
            <pc:docMk/>
            <pc:sldMk cId="194681037" sldId="460"/>
            <ac:picMk id="17" creationId="{3C77B292-B533-DCC2-128F-68BB77AD6FF5}"/>
          </ac:picMkLst>
        </pc:picChg>
      </pc:sldChg>
      <pc:sldChg chg="addSp delSp modSp add del mod modShow">
        <pc:chgData name="Sruti Mallik" userId="d9ce1c2c-af2d-4b43-8516-155266a516a1" providerId="ADAL" clId="{17B117C9-51E1-5EFF-9F1C-5C88D10B0723}" dt="2026-01-28T20:16:21.655" v="4328"/>
        <pc:sldMkLst>
          <pc:docMk/>
          <pc:sldMk cId="26535801" sldId="2147479876"/>
        </pc:sldMkLst>
        <pc:spChg chg="add mod">
          <ac:chgData name="Sruti Mallik" userId="d9ce1c2c-af2d-4b43-8516-155266a516a1" providerId="ADAL" clId="{17B117C9-51E1-5EFF-9F1C-5C88D10B0723}" dt="2026-01-28T19:11:30.671" v="1744" actId="14100"/>
          <ac:spMkLst>
            <pc:docMk/>
            <pc:sldMk cId="26535801" sldId="2147479876"/>
            <ac:spMk id="4" creationId="{669FE8E2-AE84-EF62-8967-460693445A4A}"/>
          </ac:spMkLst>
        </pc:spChg>
        <pc:spChg chg="add mod">
          <ac:chgData name="Sruti Mallik" userId="d9ce1c2c-af2d-4b43-8516-155266a516a1" providerId="ADAL" clId="{17B117C9-51E1-5EFF-9F1C-5C88D10B0723}" dt="2026-01-28T19:11:48.311" v="1746" actId="1076"/>
          <ac:spMkLst>
            <pc:docMk/>
            <pc:sldMk cId="26535801" sldId="2147479876"/>
            <ac:spMk id="5" creationId="{E69B1CB9-2BCF-D204-FB99-8B67C3711E07}"/>
          </ac:spMkLst>
        </pc:spChg>
        <pc:spChg chg="add mod">
          <ac:chgData name="Sruti Mallik" userId="d9ce1c2c-af2d-4b43-8516-155266a516a1" providerId="ADAL" clId="{17B117C9-51E1-5EFF-9F1C-5C88D10B0723}" dt="2026-01-28T19:11:01.782" v="1721" actId="1076"/>
          <ac:spMkLst>
            <pc:docMk/>
            <pc:sldMk cId="26535801" sldId="2147479876"/>
            <ac:spMk id="6" creationId="{7F240F76-C87C-9913-5BD6-3E94BBA4FC48}"/>
          </ac:spMkLst>
        </pc:spChg>
        <pc:spChg chg="add mod">
          <ac:chgData name="Sruti Mallik" userId="d9ce1c2c-af2d-4b43-8516-155266a516a1" providerId="ADAL" clId="{17B117C9-51E1-5EFF-9F1C-5C88D10B0723}" dt="2026-01-28T19:34:42.931" v="2121" actId="14100"/>
          <ac:spMkLst>
            <pc:docMk/>
            <pc:sldMk cId="26535801" sldId="2147479876"/>
            <ac:spMk id="7" creationId="{8AF2786E-9D3C-D848-D268-7C8DBEA9C7AD}"/>
          </ac:spMkLst>
        </pc:spChg>
        <pc:spChg chg="mod">
          <ac:chgData name="Sruti Mallik" userId="d9ce1c2c-af2d-4b43-8516-155266a516a1" providerId="ADAL" clId="{17B117C9-51E1-5EFF-9F1C-5C88D10B0723}" dt="2026-01-28T19:11:17.994" v="1741" actId="404"/>
          <ac:spMkLst>
            <pc:docMk/>
            <pc:sldMk cId="26535801" sldId="2147479876"/>
            <ac:spMk id="9" creationId="{86C52230-92BF-3F5D-F29A-C24CE1C041C8}"/>
          </ac:spMkLst>
        </pc:spChg>
        <pc:spChg chg="add mod">
          <ac:chgData name="Sruti Mallik" userId="d9ce1c2c-af2d-4b43-8516-155266a516a1" providerId="ADAL" clId="{17B117C9-51E1-5EFF-9F1C-5C88D10B0723}" dt="2026-01-28T20:16:21.655" v="4328"/>
          <ac:spMkLst>
            <pc:docMk/>
            <pc:sldMk cId="26535801" sldId="2147479876"/>
            <ac:spMk id="10" creationId="{CC2AF669-DD58-24B9-8362-DAC4AAC71717}"/>
          </ac:spMkLst>
        </pc:spChg>
        <pc:spChg chg="add mod">
          <ac:chgData name="Sruti Mallik" userId="d9ce1c2c-af2d-4b43-8516-155266a516a1" providerId="ADAL" clId="{17B117C9-51E1-5EFF-9F1C-5C88D10B0723}" dt="2026-01-28T20:16:21.655" v="4328"/>
          <ac:spMkLst>
            <pc:docMk/>
            <pc:sldMk cId="26535801" sldId="2147479876"/>
            <ac:spMk id="11" creationId="{76518455-A9CC-1F6F-FCE1-3AC8A81C3D77}"/>
          </ac:spMkLst>
        </pc:spChg>
        <pc:spChg chg="mod">
          <ac:chgData name="Sruti Mallik" userId="d9ce1c2c-af2d-4b43-8516-155266a516a1" providerId="ADAL" clId="{17B117C9-51E1-5EFF-9F1C-5C88D10B0723}" dt="2026-01-28T19:11:48.311" v="1746" actId="1076"/>
          <ac:spMkLst>
            <pc:docMk/>
            <pc:sldMk cId="26535801" sldId="2147479876"/>
            <ac:spMk id="14" creationId="{E6565614-6472-96A3-BB34-EBFCF5D2F846}"/>
          </ac:spMkLst>
        </pc:spChg>
        <pc:spChg chg="mod">
          <ac:chgData name="Sruti Mallik" userId="d9ce1c2c-af2d-4b43-8516-155266a516a1" providerId="ADAL" clId="{17B117C9-51E1-5EFF-9F1C-5C88D10B0723}" dt="2026-01-28T19:11:36.409" v="1745" actId="404"/>
          <ac:spMkLst>
            <pc:docMk/>
            <pc:sldMk cId="26535801" sldId="2147479876"/>
            <ac:spMk id="16" creationId="{75B46384-FFF4-61BC-D137-7728B18E88E7}"/>
          </ac:spMkLst>
        </pc:spChg>
        <pc:spChg chg="mod">
          <ac:chgData name="Sruti Mallik" userId="d9ce1c2c-af2d-4b43-8516-155266a516a1" providerId="ADAL" clId="{17B117C9-51E1-5EFF-9F1C-5C88D10B0723}" dt="2026-01-28T19:11:01.782" v="1721" actId="1076"/>
          <ac:spMkLst>
            <pc:docMk/>
            <pc:sldMk cId="26535801" sldId="2147479876"/>
            <ac:spMk id="17" creationId="{EACA5D85-B72A-496A-8893-5607F4DEF427}"/>
          </ac:spMkLst>
        </pc:spChg>
        <pc:spChg chg="mod">
          <ac:chgData name="Sruti Mallik" userId="d9ce1c2c-af2d-4b43-8516-155266a516a1" providerId="ADAL" clId="{17B117C9-51E1-5EFF-9F1C-5C88D10B0723}" dt="2026-01-28T18:01:13.654" v="19" actId="14100"/>
          <ac:spMkLst>
            <pc:docMk/>
            <pc:sldMk cId="26535801" sldId="2147479876"/>
            <ac:spMk id="19" creationId="{2B32C463-1A58-8BDD-E9A5-80B3EB2FDBBE}"/>
          </ac:spMkLst>
        </pc:spChg>
        <pc:spChg chg="mod">
          <ac:chgData name="Sruti Mallik" userId="d9ce1c2c-af2d-4b43-8516-155266a516a1" providerId="ADAL" clId="{17B117C9-51E1-5EFF-9F1C-5C88D10B0723}" dt="2026-01-28T19:12:02.719" v="1747" actId="1076"/>
          <ac:spMkLst>
            <pc:docMk/>
            <pc:sldMk cId="26535801" sldId="2147479876"/>
            <ac:spMk id="21" creationId="{22AB6B98-6033-FD2C-FDCA-09DB790D4AB3}"/>
          </ac:spMkLst>
        </pc:spChg>
        <pc:spChg chg="mod">
          <ac:chgData name="Sruti Mallik" userId="d9ce1c2c-af2d-4b43-8516-155266a516a1" providerId="ADAL" clId="{17B117C9-51E1-5EFF-9F1C-5C88D10B0723}" dt="2026-01-28T19:12:02.719" v="1747" actId="1076"/>
          <ac:spMkLst>
            <pc:docMk/>
            <pc:sldMk cId="26535801" sldId="2147479876"/>
            <ac:spMk id="22" creationId="{3756C66D-4149-2648-5218-A654A5A16D56}"/>
          </ac:spMkLst>
        </pc:spChg>
        <pc:spChg chg="mod">
          <ac:chgData name="Sruti Mallik" userId="d9ce1c2c-af2d-4b43-8516-155266a516a1" providerId="ADAL" clId="{17B117C9-51E1-5EFF-9F1C-5C88D10B0723}" dt="2026-01-28T19:12:02.719" v="1747" actId="1076"/>
          <ac:spMkLst>
            <pc:docMk/>
            <pc:sldMk cId="26535801" sldId="2147479876"/>
            <ac:spMk id="23" creationId="{0523D895-F13C-8D3F-D39D-8C43C7743BE5}"/>
          </ac:spMkLst>
        </pc:spChg>
        <pc:spChg chg="mod">
          <ac:chgData name="Sruti Mallik" userId="d9ce1c2c-af2d-4b43-8516-155266a516a1" providerId="ADAL" clId="{17B117C9-51E1-5EFF-9F1C-5C88D10B0723}" dt="2026-01-28T19:12:02.719" v="1747" actId="1076"/>
          <ac:spMkLst>
            <pc:docMk/>
            <pc:sldMk cId="26535801" sldId="2147479876"/>
            <ac:spMk id="24" creationId="{84985DB2-95EC-C222-74E7-DB757D4FD52F}"/>
          </ac:spMkLst>
        </pc:spChg>
        <pc:spChg chg="mod">
          <ac:chgData name="Sruti Mallik" userId="d9ce1c2c-af2d-4b43-8516-155266a516a1" providerId="ADAL" clId="{17B117C9-51E1-5EFF-9F1C-5C88D10B0723}" dt="2026-01-28T19:12:02.719" v="1747" actId="1076"/>
          <ac:spMkLst>
            <pc:docMk/>
            <pc:sldMk cId="26535801" sldId="2147479876"/>
            <ac:spMk id="25" creationId="{14A7C29D-A19F-EA06-35ED-D21B3393EFF5}"/>
          </ac:spMkLst>
        </pc:spChg>
        <pc:graphicFrameChg chg="mod">
          <ac:chgData name="Sruti Mallik" userId="d9ce1c2c-af2d-4b43-8516-155266a516a1" providerId="ADAL" clId="{17B117C9-51E1-5EFF-9F1C-5C88D10B0723}" dt="2026-01-28T19:12:02.719" v="1747" actId="1076"/>
          <ac:graphicFrameMkLst>
            <pc:docMk/>
            <pc:sldMk cId="26535801" sldId="2147479876"/>
            <ac:graphicFrameMk id="20" creationId="{B1B337BC-F8A7-A990-CDE2-62B14A8415CA}"/>
          </ac:graphicFrameMkLst>
        </pc:graphicFrameChg>
      </pc:sldChg>
      <pc:sldChg chg="addSp delSp modSp new mod ord modClrScheme chgLayout">
        <pc:chgData name="Sruti Mallik" userId="d9ce1c2c-af2d-4b43-8516-155266a516a1" providerId="ADAL" clId="{17B117C9-51E1-5EFF-9F1C-5C88D10B0723}" dt="2026-01-28T19:48:16.915" v="2782" actId="113"/>
        <pc:sldMkLst>
          <pc:docMk/>
          <pc:sldMk cId="2569227634" sldId="2147479888"/>
        </pc:sldMkLst>
        <pc:spChg chg="mod ord">
          <ac:chgData name="Sruti Mallik" userId="d9ce1c2c-af2d-4b43-8516-155266a516a1" providerId="ADAL" clId="{17B117C9-51E1-5EFF-9F1C-5C88D10B0723}" dt="2026-01-28T18:15:32.447" v="310" actId="700"/>
          <ac:spMkLst>
            <pc:docMk/>
            <pc:sldMk cId="2569227634" sldId="2147479888"/>
            <ac:spMk id="3" creationId="{CC25F8FA-D659-332D-B0AE-14390A84B5EB}"/>
          </ac:spMkLst>
        </pc:spChg>
        <pc:spChg chg="add mod ord">
          <ac:chgData name="Sruti Mallik" userId="d9ce1c2c-af2d-4b43-8516-155266a516a1" providerId="ADAL" clId="{17B117C9-51E1-5EFF-9F1C-5C88D10B0723}" dt="2026-01-28T18:16:15.356" v="332" actId="20577"/>
          <ac:spMkLst>
            <pc:docMk/>
            <pc:sldMk cId="2569227634" sldId="2147479888"/>
            <ac:spMk id="4" creationId="{82039DFB-6187-7520-392C-8079C1C7461D}"/>
          </ac:spMkLst>
        </pc:spChg>
        <pc:spChg chg="add mod">
          <ac:chgData name="Sruti Mallik" userId="d9ce1c2c-af2d-4b43-8516-155266a516a1" providerId="ADAL" clId="{17B117C9-51E1-5EFF-9F1C-5C88D10B0723}" dt="2026-01-28T19:17:29.694" v="1829" actId="1036"/>
          <ac:spMkLst>
            <pc:docMk/>
            <pc:sldMk cId="2569227634" sldId="2147479888"/>
            <ac:spMk id="7" creationId="{9403697B-7872-C06B-A7F6-53C890942702}"/>
          </ac:spMkLst>
        </pc:spChg>
        <pc:spChg chg="add mod">
          <ac:chgData name="Sruti Mallik" userId="d9ce1c2c-af2d-4b43-8516-155266a516a1" providerId="ADAL" clId="{17B117C9-51E1-5EFF-9F1C-5C88D10B0723}" dt="2026-01-28T19:17:29.694" v="1829" actId="1036"/>
          <ac:spMkLst>
            <pc:docMk/>
            <pc:sldMk cId="2569227634" sldId="2147479888"/>
            <ac:spMk id="8" creationId="{4C731B93-5EA9-B977-C51A-58C00CFD6BAC}"/>
          </ac:spMkLst>
        </pc:spChg>
        <pc:spChg chg="add mod">
          <ac:chgData name="Sruti Mallik" userId="d9ce1c2c-af2d-4b43-8516-155266a516a1" providerId="ADAL" clId="{17B117C9-51E1-5EFF-9F1C-5C88D10B0723}" dt="2026-01-28T19:17:29.694" v="1829" actId="1036"/>
          <ac:spMkLst>
            <pc:docMk/>
            <pc:sldMk cId="2569227634" sldId="2147479888"/>
            <ac:spMk id="9" creationId="{B4F5CE3C-87E8-6606-73B3-72E98F223AEA}"/>
          </ac:spMkLst>
        </pc:spChg>
        <pc:spChg chg="add mod">
          <ac:chgData name="Sruti Mallik" userId="d9ce1c2c-af2d-4b43-8516-155266a516a1" providerId="ADAL" clId="{17B117C9-51E1-5EFF-9F1C-5C88D10B0723}" dt="2026-01-28T18:25:43.678" v="442" actId="1076"/>
          <ac:spMkLst>
            <pc:docMk/>
            <pc:sldMk cId="2569227634" sldId="2147479888"/>
            <ac:spMk id="10" creationId="{FAE61246-CEE9-5EBF-4004-11B6A9D0D504}"/>
          </ac:spMkLst>
        </pc:spChg>
        <pc:spChg chg="add mod">
          <ac:chgData name="Sruti Mallik" userId="d9ce1c2c-af2d-4b43-8516-155266a516a1" providerId="ADAL" clId="{17B117C9-51E1-5EFF-9F1C-5C88D10B0723}" dt="2026-01-28T19:48:16.915" v="2782" actId="113"/>
          <ac:spMkLst>
            <pc:docMk/>
            <pc:sldMk cId="2569227634" sldId="2147479888"/>
            <ac:spMk id="14" creationId="{01AA8CC5-373D-9319-18D6-E3EA7D3D87EB}"/>
          </ac:spMkLst>
        </pc:spChg>
        <pc:spChg chg="add mod">
          <ac:chgData name="Sruti Mallik" userId="d9ce1c2c-af2d-4b43-8516-155266a516a1" providerId="ADAL" clId="{17B117C9-51E1-5EFF-9F1C-5C88D10B0723}" dt="2026-01-28T18:55:48.340" v="1261" actId="1076"/>
          <ac:spMkLst>
            <pc:docMk/>
            <pc:sldMk cId="2569227634" sldId="2147479888"/>
            <ac:spMk id="15" creationId="{209AE0FC-B42A-A814-5468-70AD42D10210}"/>
          </ac:spMkLst>
        </pc:spChg>
        <pc:spChg chg="add mod">
          <ac:chgData name="Sruti Mallik" userId="d9ce1c2c-af2d-4b43-8516-155266a516a1" providerId="ADAL" clId="{17B117C9-51E1-5EFF-9F1C-5C88D10B0723}" dt="2026-01-28T19:04:35.247" v="1633" actId="1076"/>
          <ac:spMkLst>
            <pc:docMk/>
            <pc:sldMk cId="2569227634" sldId="2147479888"/>
            <ac:spMk id="16" creationId="{F6DBDBCF-77D0-3C66-0A16-F2246486E06C}"/>
          </ac:spMkLst>
        </pc:spChg>
        <pc:spChg chg="add mod">
          <ac:chgData name="Sruti Mallik" userId="d9ce1c2c-af2d-4b43-8516-155266a516a1" providerId="ADAL" clId="{17B117C9-51E1-5EFF-9F1C-5C88D10B0723}" dt="2026-01-28T19:17:29.694" v="1829" actId="1036"/>
          <ac:spMkLst>
            <pc:docMk/>
            <pc:sldMk cId="2569227634" sldId="2147479888"/>
            <ac:spMk id="17" creationId="{9D55E3B1-B1F6-78DD-FCD1-E2A90C3A7242}"/>
          </ac:spMkLst>
        </pc:spChg>
        <pc:spChg chg="add mod">
          <ac:chgData name="Sruti Mallik" userId="d9ce1c2c-af2d-4b43-8516-155266a516a1" providerId="ADAL" clId="{17B117C9-51E1-5EFF-9F1C-5C88D10B0723}" dt="2026-01-28T19:17:29.694" v="1829" actId="1036"/>
          <ac:spMkLst>
            <pc:docMk/>
            <pc:sldMk cId="2569227634" sldId="2147479888"/>
            <ac:spMk id="18" creationId="{B5D1EC5F-6CC2-4F3C-4F4D-563702254C7A}"/>
          </ac:spMkLst>
        </pc:spChg>
        <pc:graphicFrameChg chg="add mod modGraphic">
          <ac:chgData name="Sruti Mallik" userId="d9ce1c2c-af2d-4b43-8516-155266a516a1" providerId="ADAL" clId="{17B117C9-51E1-5EFF-9F1C-5C88D10B0723}" dt="2026-01-28T19:35:45.273" v="2122" actId="207"/>
          <ac:graphicFrameMkLst>
            <pc:docMk/>
            <pc:sldMk cId="2569227634" sldId="2147479888"/>
            <ac:graphicFrameMk id="13" creationId="{91A682E7-7819-0045-C55D-B2E70E12B588}"/>
          </ac:graphicFrameMkLst>
        </pc:graphicFrameChg>
      </pc:sldChg>
      <pc:sldChg chg="addSp delSp modSp new mod">
        <pc:chgData name="Sruti Mallik" userId="d9ce1c2c-af2d-4b43-8516-155266a516a1" providerId="ADAL" clId="{17B117C9-51E1-5EFF-9F1C-5C88D10B0723}" dt="2026-01-28T20:37:45.034" v="5238" actId="20577"/>
        <pc:sldMkLst>
          <pc:docMk/>
          <pc:sldMk cId="2957112397" sldId="2147479890"/>
        </pc:sldMkLst>
        <pc:spChg chg="mod">
          <ac:chgData name="Sruti Mallik" userId="d9ce1c2c-af2d-4b43-8516-155266a516a1" providerId="ADAL" clId="{17B117C9-51E1-5EFF-9F1C-5C88D10B0723}" dt="2026-01-28T19:33:42.512" v="2111" actId="1076"/>
          <ac:spMkLst>
            <pc:docMk/>
            <pc:sldMk cId="2957112397" sldId="2147479890"/>
            <ac:spMk id="3" creationId="{0824F27A-E748-B0D6-EDC4-F3DDBB9C6FBF}"/>
          </ac:spMkLst>
        </pc:spChg>
        <pc:spChg chg="add mod">
          <ac:chgData name="Sruti Mallik" userId="d9ce1c2c-af2d-4b43-8516-155266a516a1" providerId="ADAL" clId="{17B117C9-51E1-5EFF-9F1C-5C88D10B0723}" dt="2026-01-28T19:33:37.844" v="2109" actId="1076"/>
          <ac:spMkLst>
            <pc:docMk/>
            <pc:sldMk cId="2957112397" sldId="2147479890"/>
            <ac:spMk id="20" creationId="{CCD6AC03-344F-B1CA-D918-839392C477B9}"/>
          </ac:spMkLst>
        </pc:spChg>
        <pc:spChg chg="add mod">
          <ac:chgData name="Sruti Mallik" userId="d9ce1c2c-af2d-4b43-8516-155266a516a1" providerId="ADAL" clId="{17B117C9-51E1-5EFF-9F1C-5C88D10B0723}" dt="2026-01-28T20:37:45.034" v="5238" actId="20577"/>
          <ac:spMkLst>
            <pc:docMk/>
            <pc:sldMk cId="2957112397" sldId="2147479890"/>
            <ac:spMk id="21" creationId="{C6863D73-CE42-3474-7BBC-BB3E91F72A55}"/>
          </ac:spMkLst>
        </pc:spChg>
        <pc:spChg chg="add mod">
          <ac:chgData name="Sruti Mallik" userId="d9ce1c2c-af2d-4b43-8516-155266a516a1" providerId="ADAL" clId="{17B117C9-51E1-5EFF-9F1C-5C88D10B0723}" dt="2026-01-28T19:29:52.016" v="2041" actId="20577"/>
          <ac:spMkLst>
            <pc:docMk/>
            <pc:sldMk cId="2957112397" sldId="2147479890"/>
            <ac:spMk id="22" creationId="{DD3341E7-05FA-C444-8BA6-A944B6130920}"/>
          </ac:spMkLst>
        </pc:spChg>
        <pc:spChg chg="add mod">
          <ac:chgData name="Sruti Mallik" userId="d9ce1c2c-af2d-4b43-8516-155266a516a1" providerId="ADAL" clId="{17B117C9-51E1-5EFF-9F1C-5C88D10B0723}" dt="2026-01-28T19:29:49.336" v="2039"/>
          <ac:spMkLst>
            <pc:docMk/>
            <pc:sldMk cId="2957112397" sldId="2147479890"/>
            <ac:spMk id="23" creationId="{3B75B0D9-7E8E-1A6F-C9BF-5945EDC19D30}"/>
          </ac:spMkLst>
        </pc:spChg>
        <pc:spChg chg="add mod">
          <ac:chgData name="Sruti Mallik" userId="d9ce1c2c-af2d-4b43-8516-155266a516a1" providerId="ADAL" clId="{17B117C9-51E1-5EFF-9F1C-5C88D10B0723}" dt="2026-01-28T19:33:51.461" v="2115" actId="1076"/>
          <ac:spMkLst>
            <pc:docMk/>
            <pc:sldMk cId="2957112397" sldId="2147479890"/>
            <ac:spMk id="24" creationId="{963BE0DF-FDCF-F7F3-8494-4D863754C883}"/>
          </ac:spMkLst>
        </pc:spChg>
        <pc:spChg chg="add mod">
          <ac:chgData name="Sruti Mallik" userId="d9ce1c2c-af2d-4b43-8516-155266a516a1" providerId="ADAL" clId="{17B117C9-51E1-5EFF-9F1C-5C88D10B0723}" dt="2026-01-28T19:33:51.461" v="2115" actId="1076"/>
          <ac:spMkLst>
            <pc:docMk/>
            <pc:sldMk cId="2957112397" sldId="2147479890"/>
            <ac:spMk id="25" creationId="{F6C00F2A-6C65-E368-B5BE-D57A38BE20E1}"/>
          </ac:spMkLst>
        </pc:spChg>
        <pc:spChg chg="add mod">
          <ac:chgData name="Sruti Mallik" userId="d9ce1c2c-af2d-4b43-8516-155266a516a1" providerId="ADAL" clId="{17B117C9-51E1-5EFF-9F1C-5C88D10B0723}" dt="2026-01-28T19:47:05.393" v="2680" actId="1076"/>
          <ac:spMkLst>
            <pc:docMk/>
            <pc:sldMk cId="2957112397" sldId="2147479890"/>
            <ac:spMk id="39" creationId="{33F70DB7-985F-5781-D71C-238673B31939}"/>
          </ac:spMkLst>
        </pc:spChg>
        <pc:spChg chg="add mod">
          <ac:chgData name="Sruti Mallik" userId="d9ce1c2c-af2d-4b43-8516-155266a516a1" providerId="ADAL" clId="{17B117C9-51E1-5EFF-9F1C-5C88D10B0723}" dt="2026-01-28T19:43:00.331" v="2209" actId="2085"/>
          <ac:spMkLst>
            <pc:docMk/>
            <pc:sldMk cId="2957112397" sldId="2147479890"/>
            <ac:spMk id="42" creationId="{6B117E2E-90E1-2ED8-ECC8-B9AEA8F01CA4}"/>
          </ac:spMkLst>
        </pc:spChg>
        <pc:spChg chg="add mod">
          <ac:chgData name="Sruti Mallik" userId="d9ce1c2c-af2d-4b43-8516-155266a516a1" providerId="ADAL" clId="{17B117C9-51E1-5EFF-9F1C-5C88D10B0723}" dt="2026-01-28T19:49:38.035" v="2828" actId="20577"/>
          <ac:spMkLst>
            <pc:docMk/>
            <pc:sldMk cId="2957112397" sldId="2147479890"/>
            <ac:spMk id="44" creationId="{B5444F04-E9FD-4AB4-8C07-FB8C04525A44}"/>
          </ac:spMkLst>
        </pc:spChg>
        <pc:spChg chg="add mod">
          <ac:chgData name="Sruti Mallik" userId="d9ce1c2c-af2d-4b43-8516-155266a516a1" providerId="ADAL" clId="{17B117C9-51E1-5EFF-9F1C-5C88D10B0723}" dt="2026-01-28T19:52:15.197" v="2866" actId="14100"/>
          <ac:spMkLst>
            <pc:docMk/>
            <pc:sldMk cId="2957112397" sldId="2147479890"/>
            <ac:spMk id="66" creationId="{355B7631-FA89-B4D4-BBF6-D5AF67925A0C}"/>
          </ac:spMkLst>
        </pc:spChg>
        <pc:grpChg chg="add mod">
          <ac:chgData name="Sruti Mallik" userId="d9ce1c2c-af2d-4b43-8516-155266a516a1" providerId="ADAL" clId="{17B117C9-51E1-5EFF-9F1C-5C88D10B0723}" dt="2026-01-28T19:47:09.326" v="2681" actId="1076"/>
          <ac:grpSpMkLst>
            <pc:docMk/>
            <pc:sldMk cId="2957112397" sldId="2147479890"/>
            <ac:grpSpMk id="43" creationId="{DA203D4F-ED47-A5A5-DF4A-36478EFAF335}"/>
          </ac:grpSpMkLst>
        </pc:grpChg>
        <pc:grpChg chg="add">
          <ac:chgData name="Sruti Mallik" userId="d9ce1c2c-af2d-4b43-8516-155266a516a1" providerId="ADAL" clId="{17B117C9-51E1-5EFF-9F1C-5C88D10B0723}" dt="2026-01-28T19:51:35.452" v="2863" actId="164"/>
          <ac:grpSpMkLst>
            <pc:docMk/>
            <pc:sldMk cId="2957112397" sldId="2147479890"/>
            <ac:grpSpMk id="65" creationId="{AC67E52B-89CC-0E56-3AC1-2FA77FFB0E83}"/>
          </ac:grpSpMkLst>
        </pc:grpChg>
        <pc:picChg chg="add mod">
          <ac:chgData name="Sruti Mallik" userId="d9ce1c2c-af2d-4b43-8516-155266a516a1" providerId="ADAL" clId="{17B117C9-51E1-5EFF-9F1C-5C88D10B0723}" dt="2026-01-28T19:42:31.055" v="2206" actId="1076"/>
          <ac:picMkLst>
            <pc:docMk/>
            <pc:sldMk cId="2957112397" sldId="2147479890"/>
            <ac:picMk id="41" creationId="{C6CF3C2A-1B42-BB86-7CCF-A2D623A3999B}"/>
          </ac:picMkLst>
        </pc:picChg>
        <pc:cxnChg chg="add mod">
          <ac:chgData name="Sruti Mallik" userId="d9ce1c2c-af2d-4b43-8516-155266a516a1" providerId="ADAL" clId="{17B117C9-51E1-5EFF-9F1C-5C88D10B0723}" dt="2026-01-28T19:49:57.739" v="2831" actId="1036"/>
          <ac:cxnSpMkLst>
            <pc:docMk/>
            <pc:sldMk cId="2957112397" sldId="2147479890"/>
            <ac:cxnSpMk id="46" creationId="{A0F61A07-0BBA-3082-2048-A6CBE02D1C9A}"/>
          </ac:cxnSpMkLst>
        </pc:cxnChg>
        <pc:cxnChg chg="add mod">
          <ac:chgData name="Sruti Mallik" userId="d9ce1c2c-af2d-4b43-8516-155266a516a1" providerId="ADAL" clId="{17B117C9-51E1-5EFF-9F1C-5C88D10B0723}" dt="2026-01-28T19:50:27.970" v="2844" actId="14100"/>
          <ac:cxnSpMkLst>
            <pc:docMk/>
            <pc:sldMk cId="2957112397" sldId="2147479890"/>
            <ac:cxnSpMk id="47" creationId="{5BF12772-31C0-D676-5666-E0C574836DAE}"/>
          </ac:cxnSpMkLst>
        </pc:cxnChg>
        <pc:cxnChg chg="add mod">
          <ac:chgData name="Sruti Mallik" userId="d9ce1c2c-af2d-4b43-8516-155266a516a1" providerId="ADAL" clId="{17B117C9-51E1-5EFF-9F1C-5C88D10B0723}" dt="2026-01-28T19:50:45.127" v="2849" actId="1076"/>
          <ac:cxnSpMkLst>
            <pc:docMk/>
            <pc:sldMk cId="2957112397" sldId="2147479890"/>
            <ac:cxnSpMk id="53" creationId="{85733692-1E81-C68C-F7E0-C059A68965A2}"/>
          </ac:cxnSpMkLst>
        </pc:cxnChg>
        <pc:cxnChg chg="add mod">
          <ac:chgData name="Sruti Mallik" userId="d9ce1c2c-af2d-4b43-8516-155266a516a1" providerId="ADAL" clId="{17B117C9-51E1-5EFF-9F1C-5C88D10B0723}" dt="2026-01-28T19:51:04.050" v="2861" actId="1038"/>
          <ac:cxnSpMkLst>
            <pc:docMk/>
            <pc:sldMk cId="2957112397" sldId="2147479890"/>
            <ac:cxnSpMk id="55" creationId="{07E423A4-50F6-F54C-49FA-8681775D049B}"/>
          </ac:cxnSpMkLst>
        </pc:cxnChg>
        <pc:cxnChg chg="add mod">
          <ac:chgData name="Sruti Mallik" userId="d9ce1c2c-af2d-4b43-8516-155266a516a1" providerId="ADAL" clId="{17B117C9-51E1-5EFF-9F1C-5C88D10B0723}" dt="2026-01-28T19:49:57.739" v="2831" actId="1036"/>
          <ac:cxnSpMkLst>
            <pc:docMk/>
            <pc:sldMk cId="2957112397" sldId="2147479890"/>
            <ac:cxnSpMk id="58" creationId="{3D0C5BB4-D585-DEA2-0BB0-689243C49608}"/>
          </ac:cxnSpMkLst>
        </pc:cxnChg>
        <pc:cxnChg chg="add mod">
          <ac:chgData name="Sruti Mallik" userId="d9ce1c2c-af2d-4b43-8516-155266a516a1" providerId="ADAL" clId="{17B117C9-51E1-5EFF-9F1C-5C88D10B0723}" dt="2026-01-28T19:50:21.771" v="2843" actId="1036"/>
          <ac:cxnSpMkLst>
            <pc:docMk/>
            <pc:sldMk cId="2957112397" sldId="2147479890"/>
            <ac:cxnSpMk id="59" creationId="{F0DAB0CE-5107-E254-1787-89234434A3EE}"/>
          </ac:cxnSpMkLst>
        </pc:cxnChg>
        <pc:cxnChg chg="add mod">
          <ac:chgData name="Sruti Mallik" userId="d9ce1c2c-af2d-4b43-8516-155266a516a1" providerId="ADAL" clId="{17B117C9-51E1-5EFF-9F1C-5C88D10B0723}" dt="2026-01-28T19:50:40.782" v="2848" actId="1035"/>
          <ac:cxnSpMkLst>
            <pc:docMk/>
            <pc:sldMk cId="2957112397" sldId="2147479890"/>
            <ac:cxnSpMk id="61" creationId="{22AFEE68-3349-A62D-ADDE-9C0D06643332}"/>
          </ac:cxnSpMkLst>
        </pc:cxnChg>
        <pc:cxnChg chg="add mod">
          <ac:chgData name="Sruti Mallik" userId="d9ce1c2c-af2d-4b43-8516-155266a516a1" providerId="ADAL" clId="{17B117C9-51E1-5EFF-9F1C-5C88D10B0723}" dt="2026-01-28T19:51:10.026" v="2862" actId="14100"/>
          <ac:cxnSpMkLst>
            <pc:docMk/>
            <pc:sldMk cId="2957112397" sldId="2147479890"/>
            <ac:cxnSpMk id="62" creationId="{B3FB119F-520D-AF7C-1B81-ECFC90DCE313}"/>
          </ac:cxnSpMkLst>
        </pc:cxnChg>
      </pc:sldChg>
      <pc:sldChg chg="addSp delSp modSp new mod ord modClrScheme chgLayout">
        <pc:chgData name="Sruti Mallik" userId="d9ce1c2c-af2d-4b43-8516-155266a516a1" providerId="ADAL" clId="{17B117C9-51E1-5EFF-9F1C-5C88D10B0723}" dt="2026-01-28T20:16:04.155" v="4325" actId="20577"/>
        <pc:sldMkLst>
          <pc:docMk/>
          <pc:sldMk cId="663866016" sldId="2147479892"/>
        </pc:sldMkLst>
        <pc:spChg chg="mod ord">
          <ac:chgData name="Sruti Mallik" userId="d9ce1c2c-af2d-4b43-8516-155266a516a1" providerId="ADAL" clId="{17B117C9-51E1-5EFF-9F1C-5C88D10B0723}" dt="2026-01-28T18:56:26.734" v="1262" actId="700"/>
          <ac:spMkLst>
            <pc:docMk/>
            <pc:sldMk cId="663866016" sldId="2147479892"/>
            <ac:spMk id="2" creationId="{B4D86A8C-6982-4318-0811-21E467737701}"/>
          </ac:spMkLst>
        </pc:spChg>
        <pc:spChg chg="add mod ord">
          <ac:chgData name="Sruti Mallik" userId="d9ce1c2c-af2d-4b43-8516-155266a516a1" providerId="ADAL" clId="{17B117C9-51E1-5EFF-9F1C-5C88D10B0723}" dt="2026-01-28T18:56:35.266" v="1284" actId="20577"/>
          <ac:spMkLst>
            <pc:docMk/>
            <pc:sldMk cId="663866016" sldId="2147479892"/>
            <ac:spMk id="3" creationId="{C5D641EB-9D71-F868-2E42-3B52003E1246}"/>
          </ac:spMkLst>
        </pc:spChg>
        <pc:spChg chg="add mod ord">
          <ac:chgData name="Sruti Mallik" userId="d9ce1c2c-af2d-4b43-8516-155266a516a1" providerId="ADAL" clId="{17B117C9-51E1-5EFF-9F1C-5C88D10B0723}" dt="2026-01-28T19:18:53.038" v="1838" actId="14100"/>
          <ac:spMkLst>
            <pc:docMk/>
            <pc:sldMk cId="663866016" sldId="2147479892"/>
            <ac:spMk id="4" creationId="{1370B7C1-3041-E583-3016-54508F411908}"/>
          </ac:spMkLst>
        </pc:spChg>
        <pc:spChg chg="add mod">
          <ac:chgData name="Sruti Mallik" userId="d9ce1c2c-af2d-4b43-8516-155266a516a1" providerId="ADAL" clId="{17B117C9-51E1-5EFF-9F1C-5C88D10B0723}" dt="2026-01-28T19:00:10.862" v="1422" actId="1076"/>
          <ac:spMkLst>
            <pc:docMk/>
            <pc:sldMk cId="663866016" sldId="2147479892"/>
            <ac:spMk id="6" creationId="{99F6862F-BC27-7BBE-C8D5-362BD4308823}"/>
          </ac:spMkLst>
        </pc:spChg>
        <pc:spChg chg="add mod">
          <ac:chgData name="Sruti Mallik" userId="d9ce1c2c-af2d-4b43-8516-155266a516a1" providerId="ADAL" clId="{17B117C9-51E1-5EFF-9F1C-5C88D10B0723}" dt="2026-01-28T19:19:01.322" v="1841" actId="1076"/>
          <ac:spMkLst>
            <pc:docMk/>
            <pc:sldMk cId="663866016" sldId="2147479892"/>
            <ac:spMk id="7" creationId="{EECBCF01-0BAB-CEC1-4504-2F317DF74CCF}"/>
          </ac:spMkLst>
        </pc:spChg>
        <pc:spChg chg="add mod">
          <ac:chgData name="Sruti Mallik" userId="d9ce1c2c-af2d-4b43-8516-155266a516a1" providerId="ADAL" clId="{17B117C9-51E1-5EFF-9F1C-5C88D10B0723}" dt="2026-01-28T19:22:45.672" v="1984" actId="14100"/>
          <ac:spMkLst>
            <pc:docMk/>
            <pc:sldMk cId="663866016" sldId="2147479892"/>
            <ac:spMk id="8" creationId="{71FE8A2F-4E46-2E8E-FC37-33EDC42329CB}"/>
          </ac:spMkLst>
        </pc:spChg>
        <pc:spChg chg="add mod">
          <ac:chgData name="Sruti Mallik" userId="d9ce1c2c-af2d-4b43-8516-155266a516a1" providerId="ADAL" clId="{17B117C9-51E1-5EFF-9F1C-5C88D10B0723}" dt="2026-01-28T19:19:23.040" v="1844" actId="14100"/>
          <ac:spMkLst>
            <pc:docMk/>
            <pc:sldMk cId="663866016" sldId="2147479892"/>
            <ac:spMk id="110" creationId="{D2D0D6D7-962B-A840-C47D-3C849BD7AF4E}"/>
          </ac:spMkLst>
        </pc:spChg>
        <pc:spChg chg="add mod">
          <ac:chgData name="Sruti Mallik" userId="d9ce1c2c-af2d-4b43-8516-155266a516a1" providerId="ADAL" clId="{17B117C9-51E1-5EFF-9F1C-5C88D10B0723}" dt="2026-01-28T19:22:13.384" v="1979" actId="14100"/>
          <ac:spMkLst>
            <pc:docMk/>
            <pc:sldMk cId="663866016" sldId="2147479892"/>
            <ac:spMk id="111" creationId="{77A355E8-9A7B-6236-A9C4-FDC40C97E8BE}"/>
          </ac:spMkLst>
        </pc:spChg>
        <pc:spChg chg="add mod">
          <ac:chgData name="Sruti Mallik" userId="d9ce1c2c-af2d-4b43-8516-155266a516a1" providerId="ADAL" clId="{17B117C9-51E1-5EFF-9F1C-5C88D10B0723}" dt="2026-01-28T19:22:22.481" v="1981" actId="1076"/>
          <ac:spMkLst>
            <pc:docMk/>
            <pc:sldMk cId="663866016" sldId="2147479892"/>
            <ac:spMk id="112" creationId="{B9E832C8-155F-E3B4-DC39-F225DBEA9DDC}"/>
          </ac:spMkLst>
        </pc:spChg>
        <pc:spChg chg="add mod">
          <ac:chgData name="Sruti Mallik" userId="d9ce1c2c-af2d-4b43-8516-155266a516a1" providerId="ADAL" clId="{17B117C9-51E1-5EFF-9F1C-5C88D10B0723}" dt="2026-01-28T19:22:36.437" v="1983" actId="20577"/>
          <ac:spMkLst>
            <pc:docMk/>
            <pc:sldMk cId="663866016" sldId="2147479892"/>
            <ac:spMk id="113" creationId="{56011611-8B3F-0FB9-F69B-AA010FFDCDCF}"/>
          </ac:spMkLst>
        </pc:spChg>
        <pc:spChg chg="add mod">
          <ac:chgData name="Sruti Mallik" userId="d9ce1c2c-af2d-4b43-8516-155266a516a1" providerId="ADAL" clId="{17B117C9-51E1-5EFF-9F1C-5C88D10B0723}" dt="2026-01-28T19:34:30.494" v="2118" actId="14100"/>
          <ac:spMkLst>
            <pc:docMk/>
            <pc:sldMk cId="663866016" sldId="2147479892"/>
            <ac:spMk id="166" creationId="{569CCC05-4684-F781-0579-A6591E7AF955}"/>
          </ac:spMkLst>
        </pc:spChg>
        <pc:spChg chg="add mod">
          <ac:chgData name="Sruti Mallik" userId="d9ce1c2c-af2d-4b43-8516-155266a516a1" providerId="ADAL" clId="{17B117C9-51E1-5EFF-9F1C-5C88D10B0723}" dt="2026-01-28T20:15:50.572" v="4309"/>
          <ac:spMkLst>
            <pc:docMk/>
            <pc:sldMk cId="663866016" sldId="2147479892"/>
            <ac:spMk id="167" creationId="{6ACBF16F-E8F2-08F9-E70B-74D520B82F4C}"/>
          </ac:spMkLst>
        </pc:spChg>
        <pc:spChg chg="add mod">
          <ac:chgData name="Sruti Mallik" userId="d9ce1c2c-af2d-4b43-8516-155266a516a1" providerId="ADAL" clId="{17B117C9-51E1-5EFF-9F1C-5C88D10B0723}" dt="2026-01-28T20:16:04.155" v="4325" actId="20577"/>
          <ac:spMkLst>
            <pc:docMk/>
            <pc:sldMk cId="663866016" sldId="2147479892"/>
            <ac:spMk id="168" creationId="{A3944AAD-8DF9-6496-45C5-8AC49E9D839A}"/>
          </ac:spMkLst>
        </pc:spChg>
        <pc:picChg chg="add mod">
          <ac:chgData name="Sruti Mallik" userId="d9ce1c2c-af2d-4b43-8516-155266a516a1" providerId="ADAL" clId="{17B117C9-51E1-5EFF-9F1C-5C88D10B0723}" dt="2026-01-28T19:26:57.417" v="2024" actId="1076"/>
          <ac:picMkLst>
            <pc:docMk/>
            <pc:sldMk cId="663866016" sldId="2147479892"/>
            <ac:picMk id="165" creationId="{506A891E-5F81-4DD4-8F90-0F4D7184602B}"/>
          </ac:picMkLst>
        </pc:picChg>
      </pc:sldChg>
      <pc:sldChg chg="addSp delSp modSp new mod modNotesTx">
        <pc:chgData name="Sruti Mallik" userId="d9ce1c2c-af2d-4b43-8516-155266a516a1" providerId="ADAL" clId="{17B117C9-51E1-5EFF-9F1C-5C88D10B0723}" dt="2026-01-29T00:42:29.521" v="5822" actId="207"/>
        <pc:sldMkLst>
          <pc:docMk/>
          <pc:sldMk cId="1257738285" sldId="2147479903"/>
        </pc:sldMkLst>
        <pc:spChg chg="mod">
          <ac:chgData name="Sruti Mallik" userId="d9ce1c2c-af2d-4b43-8516-155266a516a1" providerId="ADAL" clId="{17B117C9-51E1-5EFF-9F1C-5C88D10B0723}" dt="2026-01-29T00:42:29.521" v="5822" actId="207"/>
          <ac:spMkLst>
            <pc:docMk/>
            <pc:sldMk cId="1257738285" sldId="2147479903"/>
            <ac:spMk id="2" creationId="{EF6771C9-9DB4-F5B6-FB3C-A1CD85B920CC}"/>
          </ac:spMkLst>
        </pc:spChg>
        <pc:spChg chg="mod">
          <ac:chgData name="Sruti Mallik" userId="d9ce1c2c-af2d-4b43-8516-155266a516a1" providerId="ADAL" clId="{17B117C9-51E1-5EFF-9F1C-5C88D10B0723}" dt="2026-01-28T20:37:00.685" v="5236" actId="20577"/>
          <ac:spMkLst>
            <pc:docMk/>
            <pc:sldMk cId="1257738285" sldId="2147479903"/>
            <ac:spMk id="3" creationId="{FA193827-F8C4-A1E0-435E-8091C093355F}"/>
          </ac:spMkLst>
        </pc:spChg>
        <pc:spChg chg="add mod">
          <ac:chgData name="Sruti Mallik" userId="d9ce1c2c-af2d-4b43-8516-155266a516a1" providerId="ADAL" clId="{17B117C9-51E1-5EFF-9F1C-5C88D10B0723}" dt="2026-01-28T20:41:54.939" v="5445" actId="1076"/>
          <ac:spMkLst>
            <pc:docMk/>
            <pc:sldMk cId="1257738285" sldId="2147479903"/>
            <ac:spMk id="8" creationId="{6EA84290-E4B5-FAE6-7F82-1FDCACDAF30E}"/>
          </ac:spMkLst>
        </pc:spChg>
        <pc:spChg chg="add mod">
          <ac:chgData name="Sruti Mallik" userId="d9ce1c2c-af2d-4b43-8516-155266a516a1" providerId="ADAL" clId="{17B117C9-51E1-5EFF-9F1C-5C88D10B0723}" dt="2026-01-28T20:41:50.569" v="5444" actId="693"/>
          <ac:spMkLst>
            <pc:docMk/>
            <pc:sldMk cId="1257738285" sldId="2147479903"/>
            <ac:spMk id="9" creationId="{6D5E2401-CC11-3D8E-5A47-98538E62AC87}"/>
          </ac:spMkLst>
        </pc:spChg>
      </pc:sldChg>
      <pc:sldChg chg="delSp modSp add mod">
        <pc:chgData name="Sruti Mallik" userId="d9ce1c2c-af2d-4b43-8516-155266a516a1" providerId="ADAL" clId="{17B117C9-51E1-5EFF-9F1C-5C88D10B0723}" dt="2026-01-28T21:08:16.711" v="5737" actId="14100"/>
        <pc:sldMkLst>
          <pc:docMk/>
          <pc:sldMk cId="23916757" sldId="2147479904"/>
        </pc:sldMkLst>
        <pc:spChg chg="mod">
          <ac:chgData name="Sruti Mallik" userId="d9ce1c2c-af2d-4b43-8516-155266a516a1" providerId="ADAL" clId="{17B117C9-51E1-5EFF-9F1C-5C88D10B0723}" dt="2026-01-28T20:28:55.405" v="5036" actId="20577"/>
          <ac:spMkLst>
            <pc:docMk/>
            <pc:sldMk cId="23916757" sldId="2147479904"/>
            <ac:spMk id="3" creationId="{89D7CE76-5351-218D-56CE-58CD314516AE}"/>
          </ac:spMkLst>
        </pc:spChg>
        <pc:spChg chg="mod">
          <ac:chgData name="Sruti Mallik" userId="d9ce1c2c-af2d-4b43-8516-155266a516a1" providerId="ADAL" clId="{17B117C9-51E1-5EFF-9F1C-5C88D10B0723}" dt="2026-01-28T21:08:16.711" v="5737" actId="14100"/>
          <ac:spMkLst>
            <pc:docMk/>
            <pc:sldMk cId="23916757" sldId="2147479904"/>
            <ac:spMk id="7" creationId="{FA7F608A-820E-98AF-294C-9ABC5E4970D1}"/>
          </ac:spMkLst>
        </pc:spChg>
        <pc:spChg chg="mod">
          <ac:chgData name="Sruti Mallik" userId="d9ce1c2c-af2d-4b43-8516-155266a516a1" providerId="ADAL" clId="{17B117C9-51E1-5EFF-9F1C-5C88D10B0723}" dt="2026-01-28T21:08:11.043" v="5736" actId="20577"/>
          <ac:spMkLst>
            <pc:docMk/>
            <pc:sldMk cId="23916757" sldId="2147479904"/>
            <ac:spMk id="8" creationId="{BF5EB369-C952-7084-B99F-B2DB403D8D38}"/>
          </ac:spMkLst>
        </pc:spChg>
        <pc:spChg chg="mod">
          <ac:chgData name="Sruti Mallik" userId="d9ce1c2c-af2d-4b43-8516-155266a516a1" providerId="ADAL" clId="{17B117C9-51E1-5EFF-9F1C-5C88D10B0723}" dt="2026-01-28T20:29:07.502" v="5053" actId="1036"/>
          <ac:spMkLst>
            <pc:docMk/>
            <pc:sldMk cId="23916757" sldId="2147479904"/>
            <ac:spMk id="9" creationId="{65A4E15A-3C86-710F-5B70-62EE4075D199}"/>
          </ac:spMkLst>
        </pc:spChg>
        <pc:spChg chg="mod">
          <ac:chgData name="Sruti Mallik" userId="d9ce1c2c-af2d-4b43-8516-155266a516a1" providerId="ADAL" clId="{17B117C9-51E1-5EFF-9F1C-5C88D10B0723}" dt="2026-01-28T20:29:07.502" v="5053" actId="1036"/>
          <ac:spMkLst>
            <pc:docMk/>
            <pc:sldMk cId="23916757" sldId="2147479904"/>
            <ac:spMk id="10" creationId="{774DE6EF-48FA-E4F6-C02C-1D8206098DA7}"/>
          </ac:spMkLst>
        </pc:spChg>
        <pc:spChg chg="mod">
          <ac:chgData name="Sruti Mallik" userId="d9ce1c2c-af2d-4b43-8516-155266a516a1" providerId="ADAL" clId="{17B117C9-51E1-5EFF-9F1C-5C88D10B0723}" dt="2026-01-28T20:29:15.607" v="5062" actId="113"/>
          <ac:spMkLst>
            <pc:docMk/>
            <pc:sldMk cId="23916757" sldId="2147479904"/>
            <ac:spMk id="13" creationId="{A26CF544-1D3A-1F58-417E-A25C7D4F0FB1}"/>
          </ac:spMkLst>
        </pc:spChg>
      </pc:sldChg>
      <pc:sldChg chg="delSp modSp add mod modClrScheme chgLayout">
        <pc:chgData name="Sruti Mallik" userId="d9ce1c2c-af2d-4b43-8516-155266a516a1" providerId="ADAL" clId="{17B117C9-51E1-5EFF-9F1C-5C88D10B0723}" dt="2026-01-28T20:30:04.711" v="5070" actId="700"/>
        <pc:sldMkLst>
          <pc:docMk/>
          <pc:sldMk cId="610051277" sldId="2147479905"/>
        </pc:sldMkLst>
        <pc:spChg chg="mod ord">
          <ac:chgData name="Sruti Mallik" userId="d9ce1c2c-af2d-4b43-8516-155266a516a1" providerId="ADAL" clId="{17B117C9-51E1-5EFF-9F1C-5C88D10B0723}" dt="2026-01-28T20:30:04.711" v="5070" actId="700"/>
          <ac:spMkLst>
            <pc:docMk/>
            <pc:sldMk cId="610051277" sldId="2147479905"/>
            <ac:spMk id="3" creationId="{A41A9AC8-8CF8-BFEA-1692-7943666411B4}"/>
          </ac:spMkLst>
        </pc:spChg>
        <pc:spChg chg="mod ord">
          <ac:chgData name="Sruti Mallik" userId="d9ce1c2c-af2d-4b43-8516-155266a516a1" providerId="ADAL" clId="{17B117C9-51E1-5EFF-9F1C-5C88D10B0723}" dt="2026-01-28T20:30:04.711" v="5070" actId="700"/>
          <ac:spMkLst>
            <pc:docMk/>
            <pc:sldMk cId="610051277" sldId="2147479905"/>
            <ac:spMk id="5" creationId="{CA283450-CCBD-A52D-408A-B2E960F4F523}"/>
          </ac:spMkLst>
        </pc:spChg>
      </pc:sldChg>
    </pc:docChg>
  </pc:docChgLst>
  <pc:docChgLst>
    <pc:chgData name="Anshuman Pradhan" userId="f874436a-25d6-44d7-ac54-116aac7de28d" providerId="ADAL" clId="{BBA15368-7EED-561D-A69C-9C4C7673FD71}"/>
    <pc:docChg chg="undo custSel addSld delSld modSld modSection">
      <pc:chgData name="Anshuman Pradhan" userId="f874436a-25d6-44d7-ac54-116aac7de28d" providerId="ADAL" clId="{BBA15368-7EED-561D-A69C-9C4C7673FD71}" dt="2026-01-28T21:27:28.754" v="5188" actId="14100"/>
      <pc:docMkLst>
        <pc:docMk/>
      </pc:docMkLst>
      <pc:sldChg chg="addSp delSp modSp add mod">
        <pc:chgData name="Anshuman Pradhan" userId="f874436a-25d6-44d7-ac54-116aac7de28d" providerId="ADAL" clId="{BBA15368-7EED-561D-A69C-9C4C7673FD71}" dt="2026-01-28T21:23:21.773" v="5090" actId="1076"/>
        <pc:sldMkLst>
          <pc:docMk/>
          <pc:sldMk cId="3447616638" sldId="293"/>
        </pc:sldMkLst>
        <pc:spChg chg="mod">
          <ac:chgData name="Anshuman Pradhan" userId="f874436a-25d6-44d7-ac54-116aac7de28d" providerId="ADAL" clId="{BBA15368-7EED-561D-A69C-9C4C7673FD71}" dt="2026-01-28T21:11:22.684" v="4904" actId="20577"/>
          <ac:spMkLst>
            <pc:docMk/>
            <pc:sldMk cId="3447616638" sldId="293"/>
            <ac:spMk id="2" creationId="{A1190D3A-B4AB-4F84-9436-E1C724030B26}"/>
          </ac:spMkLst>
        </pc:spChg>
        <pc:spChg chg="add mod">
          <ac:chgData name="Anshuman Pradhan" userId="f874436a-25d6-44d7-ac54-116aac7de28d" providerId="ADAL" clId="{BBA15368-7EED-561D-A69C-9C4C7673FD71}" dt="2026-01-28T21:23:21.773" v="5090" actId="1076"/>
          <ac:spMkLst>
            <pc:docMk/>
            <pc:sldMk cId="3447616638" sldId="293"/>
            <ac:spMk id="5" creationId="{055A67E6-92E9-F24C-6CF0-12D48890C2BB}"/>
          </ac:spMkLst>
        </pc:spChg>
      </pc:sldChg>
      <pc:sldChg chg="addSp delSp modSp mod">
        <pc:chgData name="Anshuman Pradhan" userId="f874436a-25d6-44d7-ac54-116aac7de28d" providerId="ADAL" clId="{BBA15368-7EED-561D-A69C-9C4C7673FD71}" dt="2026-01-28T19:33:45.903" v="3043" actId="21"/>
        <pc:sldMkLst>
          <pc:docMk/>
          <pc:sldMk cId="3644572667" sldId="2147479884"/>
        </pc:sldMkLst>
      </pc:sldChg>
      <pc:sldChg chg="modSp mod">
        <pc:chgData name="Anshuman Pradhan" userId="f874436a-25d6-44d7-ac54-116aac7de28d" providerId="ADAL" clId="{BBA15368-7EED-561D-A69C-9C4C7673FD71}" dt="2026-01-28T18:44:38.932" v="557" actId="20577"/>
        <pc:sldMkLst>
          <pc:docMk/>
          <pc:sldMk cId="3000215812" sldId="2147479885"/>
        </pc:sldMkLst>
        <pc:spChg chg="mod">
          <ac:chgData name="Anshuman Pradhan" userId="f874436a-25d6-44d7-ac54-116aac7de28d" providerId="ADAL" clId="{BBA15368-7EED-561D-A69C-9C4C7673FD71}" dt="2026-01-28T18:33:21.793" v="450" actId="20577"/>
          <ac:spMkLst>
            <pc:docMk/>
            <pc:sldMk cId="3000215812" sldId="2147479885"/>
            <ac:spMk id="3" creationId="{A0A34F12-EA31-E2E4-8E2A-8333920ED1DF}"/>
          </ac:spMkLst>
        </pc:spChg>
      </pc:sldChg>
      <pc:sldChg chg="addSp modSp mod">
        <pc:chgData name="Anshuman Pradhan" userId="f874436a-25d6-44d7-ac54-116aac7de28d" providerId="ADAL" clId="{BBA15368-7EED-561D-A69C-9C4C7673FD71}" dt="2026-01-28T20:06:04.083" v="3811" actId="20577"/>
        <pc:sldMkLst>
          <pc:docMk/>
          <pc:sldMk cId="2782731443" sldId="2147479886"/>
        </pc:sldMkLst>
        <pc:spChg chg="add mod">
          <ac:chgData name="Anshuman Pradhan" userId="f874436a-25d6-44d7-ac54-116aac7de28d" providerId="ADAL" clId="{BBA15368-7EED-561D-A69C-9C4C7673FD71}" dt="2026-01-28T19:55:12.155" v="3730" actId="20577"/>
          <ac:spMkLst>
            <pc:docMk/>
            <pc:sldMk cId="2782731443" sldId="2147479886"/>
            <ac:spMk id="2" creationId="{6A28310E-0D86-42E4-A69A-CAC8BE39E28E}"/>
          </ac:spMkLst>
        </pc:spChg>
        <pc:spChg chg="mod">
          <ac:chgData name="Anshuman Pradhan" userId="f874436a-25d6-44d7-ac54-116aac7de28d" providerId="ADAL" clId="{BBA15368-7EED-561D-A69C-9C4C7673FD71}" dt="2026-01-28T20:06:04.083" v="3811" actId="20577"/>
          <ac:spMkLst>
            <pc:docMk/>
            <pc:sldMk cId="2782731443" sldId="2147479886"/>
            <ac:spMk id="3" creationId="{74EB2B1C-A202-89EB-22C4-986131DA6CC4}"/>
          </ac:spMkLst>
        </pc:spChg>
        <pc:spChg chg="mod">
          <ac:chgData name="Anshuman Pradhan" userId="f874436a-25d6-44d7-ac54-116aac7de28d" providerId="ADAL" clId="{BBA15368-7EED-561D-A69C-9C4C7673FD71}" dt="2026-01-28T20:05:25.353" v="3809" actId="14100"/>
          <ac:spMkLst>
            <pc:docMk/>
            <pc:sldMk cId="2782731443" sldId="2147479886"/>
            <ac:spMk id="9" creationId="{4D4CC4D8-A040-E275-C48F-48F6ED91D15D}"/>
          </ac:spMkLst>
        </pc:spChg>
        <pc:spChg chg="mod">
          <ac:chgData name="Anshuman Pradhan" userId="f874436a-25d6-44d7-ac54-116aac7de28d" providerId="ADAL" clId="{BBA15368-7EED-561D-A69C-9C4C7673FD71}" dt="2026-01-28T18:28:53.840" v="426" actId="1076"/>
          <ac:spMkLst>
            <pc:docMk/>
            <pc:sldMk cId="2782731443" sldId="2147479886"/>
            <ac:spMk id="16" creationId="{78D78CF7-9C63-EA9A-CDD0-C05917E18D90}"/>
          </ac:spMkLst>
        </pc:spChg>
      </pc:sldChg>
      <pc:sldChg chg="addSp modSp mod">
        <pc:chgData name="Anshuman Pradhan" userId="f874436a-25d6-44d7-ac54-116aac7de28d" providerId="ADAL" clId="{BBA15368-7EED-561D-A69C-9C4C7673FD71}" dt="2026-01-28T21:27:28.754" v="5188" actId="14100"/>
        <pc:sldMkLst>
          <pc:docMk/>
          <pc:sldMk cId="4072837404" sldId="2147479889"/>
        </pc:sldMkLst>
        <pc:spChg chg="mod">
          <ac:chgData name="Anshuman Pradhan" userId="f874436a-25d6-44d7-ac54-116aac7de28d" providerId="ADAL" clId="{BBA15368-7EED-561D-A69C-9C4C7673FD71}" dt="2026-01-28T21:27:28.754" v="5188" actId="14100"/>
          <ac:spMkLst>
            <pc:docMk/>
            <pc:sldMk cId="4072837404" sldId="2147479889"/>
            <ac:spMk id="2" creationId="{FF6EC1FF-3046-A253-A7C1-A689F012B291}"/>
          </ac:spMkLst>
        </pc:spChg>
        <pc:spChg chg="mod">
          <ac:chgData name="Anshuman Pradhan" userId="f874436a-25d6-44d7-ac54-116aac7de28d" providerId="ADAL" clId="{BBA15368-7EED-561D-A69C-9C4C7673FD71}" dt="2026-01-28T20:37:48.794" v="4581" actId="20577"/>
          <ac:spMkLst>
            <pc:docMk/>
            <pc:sldMk cId="4072837404" sldId="2147479889"/>
            <ac:spMk id="3" creationId="{FDBBC026-3367-BBB9-8618-CAE966F0FAAD}"/>
          </ac:spMkLst>
        </pc:spChg>
        <pc:spChg chg="add mod">
          <ac:chgData name="Anshuman Pradhan" userId="f874436a-25d6-44d7-ac54-116aac7de28d" providerId="ADAL" clId="{BBA15368-7EED-561D-A69C-9C4C7673FD71}" dt="2026-01-28T21:24:53.288" v="5154" actId="14100"/>
          <ac:spMkLst>
            <pc:docMk/>
            <pc:sldMk cId="4072837404" sldId="2147479889"/>
            <ac:spMk id="6" creationId="{FCA60098-6065-BE1D-23B8-B1916B794E3F}"/>
          </ac:spMkLst>
        </pc:spChg>
        <pc:picChg chg="add mod">
          <ac:chgData name="Anshuman Pradhan" userId="f874436a-25d6-44d7-ac54-116aac7de28d" providerId="ADAL" clId="{BBA15368-7EED-561D-A69C-9C4C7673FD71}" dt="2026-01-28T20:39:39.284" v="4749" actId="1076"/>
          <ac:picMkLst>
            <pc:docMk/>
            <pc:sldMk cId="4072837404" sldId="2147479889"/>
            <ac:picMk id="5" creationId="{D2788980-B070-0092-B375-1613A32C16A7}"/>
          </ac:picMkLst>
        </pc:picChg>
        <pc:cxnChg chg="add mod">
          <ac:chgData name="Anshuman Pradhan" userId="f874436a-25d6-44d7-ac54-116aac7de28d" providerId="ADAL" clId="{BBA15368-7EED-561D-A69C-9C4C7673FD71}" dt="2026-01-28T21:24:57.251" v="5156" actId="1076"/>
          <ac:cxnSpMkLst>
            <pc:docMk/>
            <pc:sldMk cId="4072837404" sldId="2147479889"/>
            <ac:cxnSpMk id="8" creationId="{8780D766-AFD9-E27C-035E-F8FE359DC714}"/>
          </ac:cxnSpMkLst>
        </pc:cxnChg>
      </pc:sldChg>
      <pc:sldChg chg="addSp delSp modSp new mod">
        <pc:chgData name="Anshuman Pradhan" userId="f874436a-25d6-44d7-ac54-116aac7de28d" providerId="ADAL" clId="{BBA15368-7EED-561D-A69C-9C4C7673FD71}" dt="2026-01-28T21:26:00.429" v="5161" actId="20577"/>
        <pc:sldMkLst>
          <pc:docMk/>
          <pc:sldMk cId="3766366247" sldId="2147479891"/>
        </pc:sldMkLst>
        <pc:spChg chg="mod">
          <ac:chgData name="Anshuman Pradhan" userId="f874436a-25d6-44d7-ac54-116aac7de28d" providerId="ADAL" clId="{BBA15368-7EED-561D-A69C-9C4C7673FD71}" dt="2026-01-28T21:22:54.244" v="5084" actId="14100"/>
          <ac:spMkLst>
            <pc:docMk/>
            <pc:sldMk cId="3766366247" sldId="2147479891"/>
            <ac:spMk id="2" creationId="{4CDFD756-D55D-4D1E-C911-37CD04A5E574}"/>
          </ac:spMkLst>
        </pc:spChg>
        <pc:spChg chg="mod">
          <ac:chgData name="Anshuman Pradhan" userId="f874436a-25d6-44d7-ac54-116aac7de28d" providerId="ADAL" clId="{BBA15368-7EED-561D-A69C-9C4C7673FD71}" dt="2026-01-28T18:30:19.757" v="449" actId="20577"/>
          <ac:spMkLst>
            <pc:docMk/>
            <pc:sldMk cId="3766366247" sldId="2147479891"/>
            <ac:spMk id="3" creationId="{3AF1E38E-8B81-4B8C-B227-F479269C087B}"/>
          </ac:spMkLst>
        </pc:spChg>
        <pc:spChg chg="add mod">
          <ac:chgData name="Anshuman Pradhan" userId="f874436a-25d6-44d7-ac54-116aac7de28d" providerId="ADAL" clId="{BBA15368-7EED-561D-A69C-9C4C7673FD71}" dt="2026-01-28T21:17:12.881" v="4939" actId="1076"/>
          <ac:spMkLst>
            <pc:docMk/>
            <pc:sldMk cId="3766366247" sldId="2147479891"/>
            <ac:spMk id="7" creationId="{633FC760-FD1C-A032-0512-37D2AE70D43F}"/>
          </ac:spMkLst>
        </pc:spChg>
        <pc:spChg chg="add mod">
          <ac:chgData name="Anshuman Pradhan" userId="f874436a-25d6-44d7-ac54-116aac7de28d" providerId="ADAL" clId="{BBA15368-7EED-561D-A69C-9C4C7673FD71}" dt="2026-01-28T21:23:01.106" v="5086" actId="1076"/>
          <ac:spMkLst>
            <pc:docMk/>
            <pc:sldMk cId="3766366247" sldId="2147479891"/>
            <ac:spMk id="11" creationId="{EBBA751B-D3B1-D2E9-9C04-E1F88646FF7A}"/>
          </ac:spMkLst>
        </pc:spChg>
        <pc:spChg chg="add mod">
          <ac:chgData name="Anshuman Pradhan" userId="f874436a-25d6-44d7-ac54-116aac7de28d" providerId="ADAL" clId="{BBA15368-7EED-561D-A69C-9C4C7673FD71}" dt="2026-01-28T21:17:07.522" v="4937" actId="1076"/>
          <ac:spMkLst>
            <pc:docMk/>
            <pc:sldMk cId="3766366247" sldId="2147479891"/>
            <ac:spMk id="12" creationId="{9712FC62-5659-FED6-01BF-2102F317142A}"/>
          </ac:spMkLst>
        </pc:spChg>
        <pc:spChg chg="add mod">
          <ac:chgData name="Anshuman Pradhan" userId="f874436a-25d6-44d7-ac54-116aac7de28d" providerId="ADAL" clId="{BBA15368-7EED-561D-A69C-9C4C7673FD71}" dt="2026-01-28T21:26:00.429" v="5161" actId="20577"/>
          <ac:spMkLst>
            <pc:docMk/>
            <pc:sldMk cId="3766366247" sldId="2147479891"/>
            <ac:spMk id="15" creationId="{1C9922E5-6F23-FABD-2508-39B34B000932}"/>
          </ac:spMkLst>
        </pc:spChg>
        <pc:picChg chg="add mod">
          <ac:chgData name="Anshuman Pradhan" userId="f874436a-25d6-44d7-ac54-116aac7de28d" providerId="ADAL" clId="{BBA15368-7EED-561D-A69C-9C4C7673FD71}" dt="2026-01-28T21:17:04.301" v="4936" actId="1076"/>
          <ac:picMkLst>
            <pc:docMk/>
            <pc:sldMk cId="3766366247" sldId="2147479891"/>
            <ac:picMk id="8" creationId="{71785359-318C-53D3-92AE-09A13334A666}"/>
          </ac:picMkLst>
        </pc:picChg>
        <pc:cxnChg chg="add mod">
          <ac:chgData name="Anshuman Pradhan" userId="f874436a-25d6-44d7-ac54-116aac7de28d" providerId="ADAL" clId="{BBA15368-7EED-561D-A69C-9C4C7673FD71}" dt="2026-01-28T21:22:58.365" v="5085" actId="1076"/>
          <ac:cxnSpMkLst>
            <pc:docMk/>
            <pc:sldMk cId="3766366247" sldId="2147479891"/>
            <ac:cxnSpMk id="14" creationId="{F0C0EAAC-DBAD-C99B-8FC5-D04E013C7E59}"/>
          </ac:cxnSpMkLst>
        </pc:cxnChg>
      </pc:sldChg>
      <pc:sldChg chg="addSp delSp modSp new mod">
        <pc:chgData name="Anshuman Pradhan" userId="f874436a-25d6-44d7-ac54-116aac7de28d" providerId="ADAL" clId="{BBA15368-7EED-561D-A69C-9C4C7673FD71}" dt="2026-01-28T20:58:54.645" v="4807" actId="20577"/>
        <pc:sldMkLst>
          <pc:docMk/>
          <pc:sldMk cId="1187013982" sldId="2147479894"/>
        </pc:sldMkLst>
        <pc:spChg chg="mod">
          <ac:chgData name="Anshuman Pradhan" userId="f874436a-25d6-44d7-ac54-116aac7de28d" providerId="ADAL" clId="{BBA15368-7EED-561D-A69C-9C4C7673FD71}" dt="2026-01-28T19:34:01.473" v="3055" actId="20577"/>
          <ac:spMkLst>
            <pc:docMk/>
            <pc:sldMk cId="1187013982" sldId="2147479894"/>
            <ac:spMk id="3" creationId="{11FEAAF6-4DF0-8492-F05C-3CF4670B4AE7}"/>
          </ac:spMkLst>
        </pc:spChg>
        <pc:spChg chg="add mod">
          <ac:chgData name="Anshuman Pradhan" userId="f874436a-25d6-44d7-ac54-116aac7de28d" providerId="ADAL" clId="{BBA15368-7EED-561D-A69C-9C4C7673FD71}" dt="2026-01-28T20:58:54.645" v="4807" actId="20577"/>
          <ac:spMkLst>
            <pc:docMk/>
            <pc:sldMk cId="1187013982" sldId="2147479894"/>
            <ac:spMk id="5" creationId="{EC085617-8015-C03B-B878-E3590F5AA984}"/>
          </ac:spMkLst>
        </pc:spChg>
      </pc:sldChg>
      <pc:sldChg chg="modSp new mod">
        <pc:chgData name="Anshuman Pradhan" userId="f874436a-25d6-44d7-ac54-116aac7de28d" providerId="ADAL" clId="{BBA15368-7EED-561D-A69C-9C4C7673FD71}" dt="2026-01-28T20:42:27.279" v="4761" actId="20577"/>
        <pc:sldMkLst>
          <pc:docMk/>
          <pc:sldMk cId="2485713818" sldId="2147479902"/>
        </pc:sldMkLst>
        <pc:spChg chg="mod">
          <ac:chgData name="Anshuman Pradhan" userId="f874436a-25d6-44d7-ac54-116aac7de28d" providerId="ADAL" clId="{BBA15368-7EED-561D-A69C-9C4C7673FD71}" dt="2026-01-28T20:42:27.279" v="4761" actId="20577"/>
          <ac:spMkLst>
            <pc:docMk/>
            <pc:sldMk cId="2485713818" sldId="2147479902"/>
            <ac:spMk id="3" creationId="{E564B64D-1D8A-4837-B8C7-84E4E57F1774}"/>
          </ac:spMkLst>
        </pc:spChg>
      </pc:sldChg>
    </pc:docChg>
  </pc:docChgLst>
  <pc:docChgLst>
    <pc:chgData name="Stefano Zavagli" userId="S::stefano.zavagli@c3.ai::d924b5db-e9ad-45b5-972a-9e834ee3377e" providerId="AD" clId="Web-{629B0103-7867-40D0-A232-61172ACB7F9A}"/>
    <pc:docChg chg="addSld modSld modSection">
      <pc:chgData name="Stefano Zavagli" userId="S::stefano.zavagli@c3.ai::d924b5db-e9ad-45b5-972a-9e834ee3377e" providerId="AD" clId="Web-{629B0103-7867-40D0-A232-61172ACB7F9A}" dt="2026-01-28T18:49:57.029" v="7" actId="20577"/>
      <pc:docMkLst>
        <pc:docMk/>
      </pc:docMkLst>
      <pc:sldChg chg="modSp">
        <pc:chgData name="Stefano Zavagli" userId="S::stefano.zavagli@c3.ai::d924b5db-e9ad-45b5-972a-9e834ee3377e" providerId="AD" clId="Web-{629B0103-7867-40D0-A232-61172ACB7F9A}" dt="2026-01-28T18:48:48.121" v="2" actId="20577"/>
        <pc:sldMkLst>
          <pc:docMk/>
          <pc:sldMk cId="1240378632" sldId="2147479879"/>
        </pc:sldMkLst>
        <pc:spChg chg="mod">
          <ac:chgData name="Stefano Zavagli" userId="S::stefano.zavagli@c3.ai::d924b5db-e9ad-45b5-972a-9e834ee3377e" providerId="AD" clId="Web-{629B0103-7867-40D0-A232-61172ACB7F9A}" dt="2026-01-28T18:48:48.121" v="2" actId="20577"/>
          <ac:spMkLst>
            <pc:docMk/>
            <pc:sldMk cId="1240378632" sldId="2147479879"/>
            <ac:spMk id="6" creationId="{019371DE-6C85-3174-DE23-585EC503A8AE}"/>
          </ac:spMkLst>
        </pc:spChg>
      </pc:sldChg>
      <pc:sldChg chg="modSp">
        <pc:chgData name="Stefano Zavagli" userId="S::stefano.zavagli@c3.ai::d924b5db-e9ad-45b5-972a-9e834ee3377e" providerId="AD" clId="Web-{629B0103-7867-40D0-A232-61172ACB7F9A}" dt="2026-01-28T18:49:57.029" v="7" actId="20577"/>
        <pc:sldMkLst>
          <pc:docMk/>
          <pc:sldMk cId="1971899811" sldId="2147479880"/>
        </pc:sldMkLst>
        <pc:spChg chg="mod">
          <ac:chgData name="Stefano Zavagli" userId="S::stefano.zavagli@c3.ai::d924b5db-e9ad-45b5-972a-9e834ee3377e" providerId="AD" clId="Web-{629B0103-7867-40D0-A232-61172ACB7F9A}" dt="2026-01-28T18:49:57.029" v="7" actId="20577"/>
          <ac:spMkLst>
            <pc:docMk/>
            <pc:sldMk cId="1971899811" sldId="2147479880"/>
            <ac:spMk id="3" creationId="{D6D513F1-906F-23D5-B9FE-D5A97CC3D882}"/>
          </ac:spMkLst>
        </pc:spChg>
      </pc:sldChg>
    </pc:docChg>
  </pc:docChgLst>
  <pc:docChgLst>
    <pc:chgData name="Anshuman Pradhan" userId="S::anshuman.pradhan@c3.ai::f874436a-25d6-44d7-ac54-116aac7de28d" providerId="AD" clId="Web-{196130B2-037B-CFEC-6D66-80420777CE9F}"/>
    <pc:docChg chg="addSld modSld sldOrd modSection">
      <pc:chgData name="Anshuman Pradhan" userId="S::anshuman.pradhan@c3.ai::f874436a-25d6-44d7-ac54-116aac7de28d" providerId="AD" clId="Web-{196130B2-037B-CFEC-6D66-80420777CE9F}" dt="2026-01-28T18:23:12.961" v="460"/>
      <pc:docMkLst>
        <pc:docMk/>
      </pc:docMkLst>
      <pc:sldChg chg="addSp delSp modSp new ord">
        <pc:chgData name="Anshuman Pradhan" userId="S::anshuman.pradhan@c3.ai::f874436a-25d6-44d7-ac54-116aac7de28d" providerId="AD" clId="Web-{196130B2-037B-CFEC-6D66-80420777CE9F}" dt="2026-01-28T18:23:12.961" v="460"/>
        <pc:sldMkLst>
          <pc:docMk/>
          <pc:sldMk cId="2782731443" sldId="2147479886"/>
        </pc:sldMkLst>
        <pc:spChg chg="mod">
          <ac:chgData name="Anshuman Pradhan" userId="S::anshuman.pradhan@c3.ai::f874436a-25d6-44d7-ac54-116aac7de28d" providerId="AD" clId="Web-{196130B2-037B-CFEC-6D66-80420777CE9F}" dt="2026-01-28T18:13:39.614" v="249" actId="20577"/>
          <ac:spMkLst>
            <pc:docMk/>
            <pc:sldMk cId="2782731443" sldId="2147479886"/>
            <ac:spMk id="3" creationId="{74EB2B1C-A202-89EB-22C4-986131DA6CC4}"/>
          </ac:spMkLst>
        </pc:spChg>
        <pc:spChg chg="add mod">
          <ac:chgData name="Anshuman Pradhan" userId="S::anshuman.pradhan@c3.ai::f874436a-25d6-44d7-ac54-116aac7de28d" providerId="AD" clId="Web-{196130B2-037B-CFEC-6D66-80420777CE9F}" dt="2026-01-28T18:14:59.053" v="262" actId="1076"/>
          <ac:spMkLst>
            <pc:docMk/>
            <pc:sldMk cId="2782731443" sldId="2147479886"/>
            <ac:spMk id="8" creationId="{1609833C-73B5-63E3-4E90-7A6EF6A61B14}"/>
          </ac:spMkLst>
        </pc:spChg>
        <pc:spChg chg="add mod">
          <ac:chgData name="Anshuman Pradhan" userId="S::anshuman.pradhan@c3.ai::f874436a-25d6-44d7-ac54-116aac7de28d" providerId="AD" clId="Web-{196130B2-037B-CFEC-6D66-80420777CE9F}" dt="2026-01-28T18:22:10.895" v="449" actId="1076"/>
          <ac:spMkLst>
            <pc:docMk/>
            <pc:sldMk cId="2782731443" sldId="2147479886"/>
            <ac:spMk id="9" creationId="{4D4CC4D8-A040-E275-C48F-48F6ED91D15D}"/>
          </ac:spMkLst>
        </pc:spChg>
        <pc:spChg chg="add mod">
          <ac:chgData name="Anshuman Pradhan" userId="S::anshuman.pradhan@c3.ai::f874436a-25d6-44d7-ac54-116aac7de28d" providerId="AD" clId="Web-{196130B2-037B-CFEC-6D66-80420777CE9F}" dt="2026-01-28T18:14:59.053" v="263" actId="1076"/>
          <ac:spMkLst>
            <pc:docMk/>
            <pc:sldMk cId="2782731443" sldId="2147479886"/>
            <ac:spMk id="11" creationId="{BE64265A-A85F-1340-1844-3C88952A6D8A}"/>
          </ac:spMkLst>
        </pc:spChg>
        <pc:spChg chg="add mod">
          <ac:chgData name="Anshuman Pradhan" userId="S::anshuman.pradhan@c3.ai::f874436a-25d6-44d7-ac54-116aac7de28d" providerId="AD" clId="Web-{196130B2-037B-CFEC-6D66-80420777CE9F}" dt="2026-01-28T18:22:21.630" v="453" actId="1076"/>
          <ac:spMkLst>
            <pc:docMk/>
            <pc:sldMk cId="2782731443" sldId="2147479886"/>
            <ac:spMk id="16" creationId="{78D78CF7-9C63-EA9A-CDD0-C05917E18D90}"/>
          </ac:spMkLst>
        </pc:spChg>
        <pc:grpChg chg="add mod">
          <ac:chgData name="Anshuman Pradhan" userId="S::anshuman.pradhan@c3.ai::f874436a-25d6-44d7-ac54-116aac7de28d" providerId="AD" clId="Web-{196130B2-037B-CFEC-6D66-80420777CE9F}" dt="2026-01-28T18:22:14.021" v="450" actId="1076"/>
          <ac:grpSpMkLst>
            <pc:docMk/>
            <pc:sldMk cId="2782731443" sldId="2147479886"/>
            <ac:grpSpMk id="12" creationId="{262F42F0-02D3-681A-D687-2FF0640CE5F4}"/>
          </ac:grpSpMkLst>
        </pc:grpChg>
        <pc:picChg chg="add mod modCrop">
          <ac:chgData name="Anshuman Pradhan" userId="S::anshuman.pradhan@c3.ai::f874436a-25d6-44d7-ac54-116aac7de28d" providerId="AD" clId="Web-{196130B2-037B-CFEC-6D66-80420777CE9F}" dt="2026-01-28T18:15:05.835" v="266" actId="1076"/>
          <ac:picMkLst>
            <pc:docMk/>
            <pc:sldMk cId="2782731443" sldId="2147479886"/>
            <ac:picMk id="7" creationId="{1EF0EBA0-76C1-8FF3-7203-8DFCA683AC2D}"/>
          </ac:picMkLst>
        </pc:picChg>
      </pc:sldChg>
      <pc:sldChg chg="modSp new">
        <pc:chgData name="Anshuman Pradhan" userId="S::anshuman.pradhan@c3.ai::f874436a-25d6-44d7-ac54-116aac7de28d" providerId="AD" clId="Web-{196130B2-037B-CFEC-6D66-80420777CE9F}" dt="2026-01-28T18:19:28.572" v="367" actId="20577"/>
        <pc:sldMkLst>
          <pc:docMk/>
          <pc:sldMk cId="4072837404" sldId="2147479889"/>
        </pc:sldMkLst>
        <pc:spChg chg="mod">
          <ac:chgData name="Anshuman Pradhan" userId="S::anshuman.pradhan@c3.ai::f874436a-25d6-44d7-ac54-116aac7de28d" providerId="AD" clId="Web-{196130B2-037B-CFEC-6D66-80420777CE9F}" dt="2026-01-28T18:19:28.572" v="367" actId="20577"/>
          <ac:spMkLst>
            <pc:docMk/>
            <pc:sldMk cId="4072837404" sldId="2147479889"/>
            <ac:spMk id="3" creationId="{FDBBC026-3367-BBB9-8618-CAE966F0FAAD}"/>
          </ac:spMkLst>
        </pc:spChg>
      </pc:sldChg>
    </pc:docChg>
  </pc:docChgLst>
  <pc:docChgLst>
    <pc:chgData name="Larry Jin" userId="2a62f49d-7364-4168-8fe1-439a14e719a9" providerId="ADAL" clId="{D1B3DAE3-580C-5427-BBB8-03B02029ED43}"/>
    <pc:docChg chg="addSld delSld modSld modSection">
      <pc:chgData name="Larry Jin" userId="2a62f49d-7364-4168-8fe1-439a14e719a9" providerId="ADAL" clId="{D1B3DAE3-580C-5427-BBB8-03B02029ED43}" dt="2026-02-22T02:04:43.344" v="9" actId="2696"/>
      <pc:docMkLst>
        <pc:docMk/>
      </pc:docMkLst>
      <pc:sldChg chg="modSp mod">
        <pc:chgData name="Larry Jin" userId="2a62f49d-7364-4168-8fe1-439a14e719a9" providerId="ADAL" clId="{D1B3DAE3-580C-5427-BBB8-03B02029ED43}" dt="2026-02-09T22:12:54.583" v="7" actId="20577"/>
        <pc:sldMkLst>
          <pc:docMk/>
          <pc:sldMk cId="309014283" sldId="3321"/>
        </pc:sldMkLst>
        <pc:spChg chg="mod">
          <ac:chgData name="Larry Jin" userId="2a62f49d-7364-4168-8fe1-439a14e719a9" providerId="ADAL" clId="{D1B3DAE3-580C-5427-BBB8-03B02029ED43}" dt="2026-02-09T22:12:54.583" v="7" actId="20577"/>
          <ac:spMkLst>
            <pc:docMk/>
            <pc:sldMk cId="309014283" sldId="3321"/>
            <ac:spMk id="8" creationId="{34468F33-841B-ED44-8947-A08A4DC3EE82}"/>
          </ac:spMkLst>
        </pc:spChg>
      </pc:sldChg>
      <pc:sldChg chg="new del">
        <pc:chgData name="Larry Jin" userId="2a62f49d-7364-4168-8fe1-439a14e719a9" providerId="ADAL" clId="{D1B3DAE3-580C-5427-BBB8-03B02029ED43}" dt="2026-02-22T02:04:43.344" v="9" actId="2696"/>
        <pc:sldMkLst>
          <pc:docMk/>
          <pc:sldMk cId="2909192677" sldId="214747990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8681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sz="1000">
                <a:latin typeface="Arial" charset="0"/>
                <a:ea typeface="Arial" charset="0"/>
                <a:cs typeface="Arial" charset="0"/>
              </a:rPr>
              <a:t>C3.ai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7726680" cy="2493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398463" defTabSz="914099" eaLnBrk="0" hangingPunct="0"/>
            <a:r>
              <a:rPr lang="en-US" sz="500" cap="all">
                <a:solidFill>
                  <a:schemeClr val="bg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© C3.ai 2019  |  confidential - DO not copy, repurpose or distribute</a:t>
            </a:r>
            <a:r>
              <a:rPr lang="en-US" sz="5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Arial" charset="0"/>
                <a:ea typeface="Arial" charset="0"/>
                <a:cs typeface="Arial" charset="0"/>
              </a:rPr>
              <a:t>.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3"/>
          </p:nvPr>
        </p:nvSpPr>
        <p:spPr>
          <a:xfrm>
            <a:off x="7713557" y="6513910"/>
            <a:ext cx="1430444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C9E9D6-92A0-482B-A603-C9BA7FFB8190}" type="slidenum">
              <a:rPr lang="en-US" sz="800" smtClean="0">
                <a:latin typeface="Arial" charset="0"/>
                <a:ea typeface="Arial" charset="0"/>
                <a:cs typeface="Arial" charset="0"/>
              </a:rPr>
              <a:t>‹#›</a:t>
            </a:fld>
            <a:endParaRPr lang="en-US" sz="80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"/>
          </p:nvPr>
        </p:nvSpPr>
        <p:spPr>
          <a:xfrm>
            <a:off x="518160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E38612-72C4-E64B-BF21-4189D1A6E020}" type="datetime8">
              <a:rPr lang="en-US" sz="1000" smtClean="0">
                <a:latin typeface="Arial" charset="0"/>
                <a:cs typeface="Arial" charset="0"/>
              </a:rPr>
              <a:t>2/21/26 6:05 PM</a:t>
            </a:fld>
            <a:endParaRPr lang="en-US" sz="1000"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00"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/>
              <a:t>C3</a:t>
            </a:r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00">
                <a:latin typeface="Arial" charset="0"/>
                <a:ea typeface="Arial" charset="0"/>
                <a:cs typeface="Arial" charset="0"/>
              </a:defRPr>
            </a:lvl1pPr>
          </a:lstStyle>
          <a:p>
            <a:fld id="{D8796B9B-3015-8D46-B738-39B2D4EAEC9E}" type="datetime8">
              <a:rPr lang="en-US" smtClean="0"/>
              <a:t>2/21/26 6:05 PM</a:t>
            </a:fld>
            <a:endParaRPr lang="en-US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7879079" y="6513910"/>
            <a:ext cx="1262804" cy="342900"/>
          </a:xfrm>
          <a:prstGeom prst="rect">
            <a:avLst/>
          </a:prstGeom>
        </p:spPr>
        <p:txBody>
          <a:bodyPr vert="horz" lIns="91440" tIns="45720" rIns="91440" bIns="91440" rtlCol="0" anchor="b"/>
          <a:lstStyle>
            <a:lvl1pPr algn="r">
              <a:defRPr sz="800">
                <a:latin typeface="Arial" charset="0"/>
                <a:ea typeface="Arial" charset="0"/>
                <a:cs typeface="Arial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4"/>
          </p:nvPr>
        </p:nvSpPr>
        <p:spPr>
          <a:xfrm>
            <a:off x="508001" y="6513910"/>
            <a:ext cx="6643607" cy="344090"/>
          </a:xfrm>
          <a:prstGeom prst="rect">
            <a:avLst/>
          </a:prstGeom>
        </p:spPr>
        <p:txBody>
          <a:bodyPr vert="horz" lIns="91440" tIns="45720" rIns="91440" bIns="91440" rtlCol="0" anchor="b" anchorCtr="0"/>
          <a:lstStyle>
            <a:lvl1pPr algn="l">
              <a:defRPr sz="500"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cap="all">
                <a:solidFill>
                  <a:schemeClr val="bg1">
                    <a:lumMod val="50000"/>
                  </a:schemeClr>
                </a:solidFill>
              </a:rPr>
              <a:t>© C3.ai 2019  |  confidential - DO not copy, repurpose or distribute</a:t>
            </a:r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274" rtl="0" eaLnBrk="1" latinLnBrk="0" hangingPunct="1">
      <a:lnSpc>
        <a:spcPct val="90000"/>
      </a:lnSpc>
      <a:spcAft>
        <a:spcPts val="333"/>
      </a:spcAft>
      <a:defRPr sz="882" kern="1200">
        <a:solidFill>
          <a:schemeClr val="tx1"/>
        </a:solidFill>
        <a:latin typeface="Arial" charset="0"/>
        <a:ea typeface="Arial" charset="0"/>
        <a:cs typeface="Arial" charset="0"/>
      </a:defRPr>
    </a:lvl1pPr>
    <a:lvl2pPr marL="212960" indent="-105818" algn="l" defTabSz="914274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Arial" charset="0"/>
        <a:ea typeface="Arial" charset="0"/>
        <a:cs typeface="Arial" charset="0"/>
      </a:defRPr>
    </a:lvl2pPr>
    <a:lvl3pPr marL="328038" indent="-115078" algn="l" defTabSz="914274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Arial" charset="0"/>
        <a:ea typeface="Arial" charset="0"/>
        <a:cs typeface="Arial" charset="0"/>
      </a:defRPr>
    </a:lvl3pPr>
    <a:lvl4pPr marL="482798" indent="-146823" algn="l" defTabSz="914274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Arial" charset="0"/>
        <a:ea typeface="Arial" charset="0"/>
        <a:cs typeface="Arial" charset="0"/>
      </a:defRPr>
    </a:lvl4pPr>
    <a:lvl5pPr marL="615072" indent="-115078" algn="l" defTabSz="914274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Arial" charset="0"/>
        <a:ea typeface="Arial" charset="0"/>
        <a:cs typeface="Arial" charset="0"/>
      </a:defRPr>
    </a:lvl5pPr>
    <a:lvl6pPr marL="2285685" algn="l" defTabSz="914274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6pPr>
    <a:lvl7pPr marL="2742821" algn="l" defTabSz="914274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7pPr>
    <a:lvl8pPr marL="3199958" algn="l" defTabSz="914274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8pPr>
    <a:lvl9pPr marL="3657096" algn="l" defTabSz="914274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 bwMode="auto">
          <a:xfrm>
            <a:off x="267550" y="2084173"/>
            <a:ext cx="9819608" cy="3583075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9238" tIns="143391" rIns="179238" bIns="14339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3916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352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745129" y="2799695"/>
            <a:ext cx="11064359" cy="1793104"/>
          </a:xfrm>
          <a:noFill/>
        </p:spPr>
        <p:txBody>
          <a:bodyPr lIns="0" tIns="91440" rIns="91440" bIns="91440" anchor="t" anchorCtr="0"/>
          <a:lstStyle>
            <a:lvl1pPr algn="l">
              <a:lnSpc>
                <a:spcPct val="85000"/>
              </a:lnSpc>
              <a:defRPr sz="5400" b="1" i="0" spc="-100" baseline="0">
                <a:solidFill>
                  <a:schemeClr val="tx1"/>
                </a:solidFill>
                <a:latin typeface="+mj-lt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745129" y="4760586"/>
            <a:ext cx="6274896" cy="548640"/>
          </a:xfrm>
        </p:spPr>
        <p:txBody>
          <a:bodyPr lIns="0" tIns="109728" rIns="91440" bIns="109728">
            <a:noAutofit/>
          </a:bodyPr>
          <a:lstStyle>
            <a:lvl1pPr marL="0" indent="0">
              <a:spcBef>
                <a:spcPts val="600"/>
              </a:spcBef>
              <a:buNone/>
              <a:defRPr sz="2200" b="1" i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745129" y="5309508"/>
            <a:ext cx="6274896" cy="548640"/>
          </a:xfrm>
        </p:spPr>
        <p:txBody>
          <a:bodyPr lIns="0" tIns="109728" rIns="91440" bIns="109728">
            <a:noAutofit/>
          </a:bodyPr>
          <a:lstStyle>
            <a:lvl1pPr marL="0" indent="0">
              <a:spcBef>
                <a:spcPts val="600"/>
              </a:spcBef>
              <a:buNone/>
              <a:defRPr sz="1800" b="1" i="0" spc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884865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Layou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274320" y="228600"/>
            <a:ext cx="11652805" cy="548640"/>
          </a:xfrm>
        </p:spPr>
        <p:txBody>
          <a:bodyPr/>
          <a:lstStyle>
            <a:lvl1pPr>
              <a:defRPr b="1" i="0">
                <a:solidFill>
                  <a:schemeClr val="tx1"/>
                </a:solidFill>
                <a:latin typeface="+mj-lt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Shape 3"/>
          <p:cNvSpPr>
            <a:spLocks noGrp="1"/>
          </p:cNvSpPr>
          <p:nvPr>
            <p:ph type="sldNum" sz="quarter" idx="4"/>
          </p:nvPr>
        </p:nvSpPr>
        <p:spPr>
          <a:xfrm>
            <a:off x="109479" y="6554644"/>
            <a:ext cx="330881" cy="19492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>
            <a:spAutoFit/>
          </a:bodyPr>
          <a:lstStyle>
            <a:lvl1pPr algn="r">
              <a:spcBef>
                <a:spcPts val="0"/>
              </a:spcBef>
              <a:defRPr sz="600" b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Helvetica Neue" charset="0"/>
                <a:cs typeface="Arial" panose="020B0604020202020204" pitchFamily="34" charset="0"/>
                <a:sym typeface="Helvetica Neue"/>
              </a:defRPr>
            </a:lvl1pPr>
          </a:lstStyle>
          <a:p>
            <a:fld id="{86CB4B4D-7CA3-9044-876B-883B54F8677D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320" y="1189176"/>
            <a:ext cx="11650488" cy="1438855"/>
          </a:xfrm>
        </p:spPr>
        <p:txBody>
          <a:bodyPr>
            <a:spAutoFit/>
          </a:bodyPr>
          <a:lstStyle>
            <a:lvl1pPr>
              <a:buClr>
                <a:schemeClr val="bg1">
                  <a:lumMod val="65000"/>
                </a:schemeClr>
              </a:buClr>
              <a:defRPr sz="1600">
                <a:solidFill>
                  <a:schemeClr val="tx1"/>
                </a:solidFill>
              </a:defRPr>
            </a:lvl1pPr>
            <a:lvl2pPr>
              <a:buClr>
                <a:schemeClr val="bg1">
                  <a:lumMod val="65000"/>
                </a:schemeClr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bg1">
                  <a:lumMod val="65000"/>
                </a:schemeClr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bg1">
                  <a:lumMod val="65000"/>
                </a:schemeClr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bg1">
                  <a:lumMod val="65000"/>
                </a:schemeClr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274320" y="228600"/>
            <a:ext cx="11652805" cy="54864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Shape 3"/>
          <p:cNvSpPr>
            <a:spLocks noGrp="1"/>
          </p:cNvSpPr>
          <p:nvPr>
            <p:ph type="sldNum" sz="quarter" idx="4"/>
          </p:nvPr>
        </p:nvSpPr>
        <p:spPr>
          <a:xfrm>
            <a:off x="109479" y="6554644"/>
            <a:ext cx="330881" cy="19492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>
            <a:spAutoFit/>
          </a:bodyPr>
          <a:lstStyle>
            <a:lvl1pPr algn="r">
              <a:spcBef>
                <a:spcPts val="0"/>
              </a:spcBef>
              <a:defRPr sz="600" b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Helvetica Neue" charset="0"/>
                <a:cs typeface="Arial" panose="020B0604020202020204" pitchFamily="34" charset="0"/>
                <a:sym typeface="Helvetica Neue"/>
              </a:defRPr>
            </a:lvl1pPr>
          </a:lstStyle>
          <a:p>
            <a:fld id="{86CB4B4D-7CA3-9044-876B-883B54F8677D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320" y="1189177"/>
            <a:ext cx="5669280" cy="1438855"/>
          </a:xfrm>
        </p:spPr>
        <p:txBody>
          <a:bodyPr wrap="square">
            <a:spAutoFit/>
          </a:bodyPr>
          <a:lstStyle>
            <a:lvl1pPr>
              <a:buClr>
                <a:schemeClr val="bg1">
                  <a:lumMod val="65000"/>
                </a:schemeClr>
              </a:buClr>
              <a:defRPr sz="1600">
                <a:solidFill>
                  <a:schemeClr val="tx1"/>
                </a:solidFill>
              </a:defRPr>
            </a:lvl1pPr>
            <a:lvl2pPr>
              <a:buClr>
                <a:schemeClr val="bg1">
                  <a:lumMod val="65000"/>
                </a:schemeClr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bg1">
                  <a:lumMod val="65000"/>
                </a:schemeClr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bg1">
                  <a:lumMod val="65000"/>
                </a:schemeClr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bg1">
                  <a:lumMod val="65000"/>
                </a:schemeClr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274320" y="228600"/>
            <a:ext cx="11652805" cy="54864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252695" y="1189177"/>
            <a:ext cx="5669280" cy="1438855"/>
          </a:xfrm>
        </p:spPr>
        <p:txBody>
          <a:bodyPr wrap="square">
            <a:spAutoFit/>
          </a:bodyPr>
          <a:lstStyle>
            <a:lvl1pPr>
              <a:buClr>
                <a:schemeClr val="bg1">
                  <a:lumMod val="65000"/>
                </a:schemeClr>
              </a:buClr>
              <a:defRPr sz="1600">
                <a:solidFill>
                  <a:schemeClr val="tx1"/>
                </a:solidFill>
              </a:defRPr>
            </a:lvl1pPr>
            <a:lvl2pPr>
              <a:buClr>
                <a:schemeClr val="bg1">
                  <a:lumMod val="65000"/>
                </a:schemeClr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bg1">
                  <a:lumMod val="65000"/>
                </a:schemeClr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bg1">
                  <a:lumMod val="65000"/>
                </a:schemeClr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bg1">
                  <a:lumMod val="65000"/>
                </a:schemeClr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hape 3"/>
          <p:cNvSpPr>
            <a:spLocks noGrp="1"/>
          </p:cNvSpPr>
          <p:nvPr>
            <p:ph type="sldNum" sz="quarter" idx="4"/>
          </p:nvPr>
        </p:nvSpPr>
        <p:spPr>
          <a:xfrm>
            <a:off x="109479" y="6554644"/>
            <a:ext cx="330881" cy="19492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>
            <a:spAutoFit/>
          </a:bodyPr>
          <a:lstStyle>
            <a:lvl1pPr algn="r">
              <a:spcBef>
                <a:spcPts val="0"/>
              </a:spcBef>
              <a:defRPr sz="600" b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Helvetica Neue" charset="0"/>
                <a:cs typeface="Arial" panose="020B0604020202020204" pitchFamily="34" charset="0"/>
                <a:sym typeface="Helvetica Neue"/>
              </a:defRPr>
            </a:lvl1pPr>
          </a:lstStyle>
          <a:p>
            <a:fld id="{86CB4B4D-7CA3-9044-876B-883B54F8677D}" type="slidenum">
              <a:rPr lang="uk-UA" smtClean="0"/>
              <a:pPr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53196831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274320" y="228600"/>
            <a:ext cx="11612880" cy="54864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274320" y="795168"/>
            <a:ext cx="11612880" cy="246221"/>
          </a:xfrm>
        </p:spPr>
        <p:txBody>
          <a:bodyPr tIns="0" bIns="0"/>
          <a:lstStyle>
            <a:lvl1pPr marL="0" indent="0" algn="l">
              <a:buFontTx/>
              <a:buNone/>
              <a:defRPr sz="1600" b="1" i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hape 3"/>
          <p:cNvSpPr>
            <a:spLocks noGrp="1"/>
          </p:cNvSpPr>
          <p:nvPr>
            <p:ph type="sldNum" sz="quarter" idx="4"/>
          </p:nvPr>
        </p:nvSpPr>
        <p:spPr>
          <a:xfrm>
            <a:off x="109479" y="6554644"/>
            <a:ext cx="330881" cy="19492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>
            <a:spAutoFit/>
          </a:bodyPr>
          <a:lstStyle>
            <a:lvl1pPr algn="r">
              <a:spcBef>
                <a:spcPts val="0"/>
              </a:spcBef>
              <a:defRPr sz="600" b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Helvetica Neue" charset="0"/>
                <a:cs typeface="Arial" panose="020B0604020202020204" pitchFamily="34" charset="0"/>
                <a:sym typeface="Helvetica Neue"/>
              </a:defRPr>
            </a:lvl1pPr>
          </a:lstStyle>
          <a:p>
            <a:fld id="{86CB4B4D-7CA3-9044-876B-883B54F8677D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320" y="1371599"/>
            <a:ext cx="11612880" cy="1438855"/>
          </a:xfrm>
        </p:spPr>
        <p:txBody>
          <a:bodyPr>
            <a:spAutoFit/>
          </a:bodyPr>
          <a:lstStyle>
            <a:lvl1pPr>
              <a:buClr>
                <a:schemeClr val="bg1">
                  <a:lumMod val="65000"/>
                </a:schemeClr>
              </a:buClr>
              <a:defRPr sz="1600">
                <a:solidFill>
                  <a:schemeClr val="tx1"/>
                </a:solidFill>
              </a:defRPr>
            </a:lvl1pPr>
            <a:lvl2pPr>
              <a:buClr>
                <a:schemeClr val="bg1">
                  <a:lumMod val="65000"/>
                </a:schemeClr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bg1">
                  <a:lumMod val="65000"/>
                </a:schemeClr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bg1">
                  <a:lumMod val="65000"/>
                </a:schemeClr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bg1">
                  <a:lumMod val="65000"/>
                </a:schemeClr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274320" y="228600"/>
            <a:ext cx="11612880" cy="54864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274320" y="795168"/>
            <a:ext cx="11612880" cy="246221"/>
          </a:xfrm>
        </p:spPr>
        <p:txBody>
          <a:bodyPr tIns="0" bIns="0"/>
          <a:lstStyle>
            <a:lvl1pPr marL="0" indent="0" algn="l">
              <a:buFontTx/>
              <a:buNone/>
              <a:defRPr sz="1600" b="1"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hape 3"/>
          <p:cNvSpPr>
            <a:spLocks noGrp="1"/>
          </p:cNvSpPr>
          <p:nvPr>
            <p:ph type="sldNum" sz="quarter" idx="4"/>
          </p:nvPr>
        </p:nvSpPr>
        <p:spPr>
          <a:xfrm>
            <a:off x="109479" y="6554644"/>
            <a:ext cx="330881" cy="19492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>
            <a:spAutoFit/>
          </a:bodyPr>
          <a:lstStyle>
            <a:lvl1pPr algn="r">
              <a:spcBef>
                <a:spcPts val="0"/>
              </a:spcBef>
              <a:defRPr sz="600" b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Helvetica Neue" charset="0"/>
                <a:cs typeface="Arial" panose="020B0604020202020204" pitchFamily="34" charset="0"/>
                <a:sym typeface="Helvetica Neue"/>
              </a:defRPr>
            </a:lvl1pPr>
          </a:lstStyle>
          <a:p>
            <a:fld id="{86CB4B4D-7CA3-9044-876B-883B54F8677D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" y="228600"/>
            <a:ext cx="11652805" cy="54864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321" y="1189176"/>
            <a:ext cx="5664840" cy="1577355"/>
          </a:xfrm>
        </p:spPr>
        <p:txBody>
          <a:bodyPr rIns="0"/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285750" indent="-220663">
              <a:buFont typeface="Arial" charset="0"/>
              <a:buChar char="•"/>
              <a:tabLst/>
              <a:defRPr sz="1600">
                <a:solidFill>
                  <a:schemeClr val="tx1"/>
                </a:solidFill>
              </a:defRPr>
            </a:lvl2pPr>
            <a:lvl3pPr marL="517525" indent="-173038">
              <a:buFont typeface="Arial" charset="0"/>
              <a:buChar char="•"/>
              <a:tabLst/>
              <a:defRPr sz="1400">
                <a:solidFill>
                  <a:schemeClr val="tx1"/>
                </a:solidFill>
              </a:defRPr>
            </a:lvl3pPr>
            <a:lvl4pPr marL="744538" indent="-166688">
              <a:buFont typeface="Arial" charset="0"/>
              <a:buChar char="•"/>
              <a:tabLst/>
              <a:defRPr sz="1200">
                <a:solidFill>
                  <a:schemeClr val="tx1"/>
                </a:solidFill>
              </a:defRPr>
            </a:lvl4pPr>
            <a:lvl5pPr marL="971550" indent="-173038">
              <a:buFont typeface="Arial" charset="0"/>
              <a:buChar char="•"/>
              <a:tabLst/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6257845" y="1189176"/>
            <a:ext cx="5669280" cy="1577355"/>
          </a:xfrm>
        </p:spPr>
        <p:txBody>
          <a:bodyPr rIns="0"/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285750" indent="-220663">
              <a:buFont typeface="Arial" charset="0"/>
              <a:buChar char="•"/>
              <a:tabLst/>
              <a:defRPr sz="1600">
                <a:solidFill>
                  <a:schemeClr val="tx1"/>
                </a:solidFill>
              </a:defRPr>
            </a:lvl2pPr>
            <a:lvl3pPr marL="517525" indent="-173038">
              <a:buFont typeface="Arial" charset="0"/>
              <a:buChar char="•"/>
              <a:tabLst/>
              <a:defRPr sz="1400">
                <a:solidFill>
                  <a:schemeClr val="tx1"/>
                </a:solidFill>
              </a:defRPr>
            </a:lvl3pPr>
            <a:lvl4pPr marL="744538" indent="-166688">
              <a:buFont typeface="Arial" charset="0"/>
              <a:buChar char="•"/>
              <a:tabLst/>
              <a:defRPr sz="1200">
                <a:solidFill>
                  <a:schemeClr val="tx1"/>
                </a:solidFill>
              </a:defRPr>
            </a:lvl4pPr>
            <a:lvl5pPr marL="971550" indent="-173038">
              <a:buFont typeface="Arial" charset="0"/>
              <a:buChar char="•"/>
              <a:tabLst/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hape 3"/>
          <p:cNvSpPr>
            <a:spLocks noGrp="1"/>
          </p:cNvSpPr>
          <p:nvPr>
            <p:ph type="sldNum" sz="quarter" idx="4"/>
          </p:nvPr>
        </p:nvSpPr>
        <p:spPr>
          <a:xfrm>
            <a:off x="109479" y="6554644"/>
            <a:ext cx="330881" cy="19492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>
            <a:spAutoFit/>
          </a:bodyPr>
          <a:lstStyle>
            <a:lvl1pPr algn="r">
              <a:spcBef>
                <a:spcPts val="0"/>
              </a:spcBef>
              <a:defRPr sz="600" b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Helvetica Neue" charset="0"/>
                <a:cs typeface="Arial" panose="020B0604020202020204" pitchFamily="34" charset="0"/>
                <a:sym typeface="Helvetica Neue"/>
              </a:defRPr>
            </a:lvl1pPr>
          </a:lstStyle>
          <a:p>
            <a:fld id="{86CB4B4D-7CA3-9044-876B-883B54F8677D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hree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" y="228600"/>
            <a:ext cx="11652805" cy="54864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321" y="1189176"/>
            <a:ext cx="3749040" cy="1577355"/>
          </a:xfrm>
        </p:spPr>
        <p:txBody>
          <a:bodyPr rIns="0"/>
          <a:lstStyle>
            <a:lvl1pPr marL="0" indent="0">
              <a:buNone/>
              <a:defRPr sz="1800" b="1" i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285750" indent="-220663">
              <a:buFont typeface="Arial" charset="0"/>
              <a:buChar char="•"/>
              <a:tabLst/>
              <a:defRPr sz="1600" b="0" i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defRPr>
            </a:lvl2pPr>
            <a:lvl3pPr marL="517525" indent="-173038">
              <a:buFont typeface="Arial" charset="0"/>
              <a:buChar char="•"/>
              <a:tabLst/>
              <a:defRPr sz="1400" b="0" i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defRPr>
            </a:lvl3pPr>
            <a:lvl4pPr marL="744538" indent="-166688">
              <a:buFont typeface="Arial" charset="0"/>
              <a:buChar char="•"/>
              <a:tabLst/>
              <a:defRPr sz="1200" b="0" i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defRPr>
            </a:lvl4pPr>
            <a:lvl5pPr marL="971550" indent="-173038">
              <a:buFont typeface="Arial" charset="0"/>
              <a:buChar char="•"/>
              <a:tabLst/>
              <a:defRPr sz="1050" b="0" i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4216493" y="1189176"/>
            <a:ext cx="3749040" cy="1577355"/>
          </a:xfrm>
        </p:spPr>
        <p:txBody>
          <a:bodyPr rIns="0"/>
          <a:lstStyle>
            <a:lvl1pPr marL="0" indent="0">
              <a:buNone/>
              <a:defRPr sz="1800" b="1" i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285750" indent="-220663">
              <a:buFont typeface="Arial" charset="0"/>
              <a:buChar char="•"/>
              <a:tabLst/>
              <a:defRPr sz="1600" b="0" i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defRPr>
            </a:lvl2pPr>
            <a:lvl3pPr marL="517525" indent="-173038">
              <a:buFont typeface="Arial" charset="0"/>
              <a:buChar char="•"/>
              <a:tabLst/>
              <a:defRPr sz="1400" b="0" i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defRPr>
            </a:lvl3pPr>
            <a:lvl4pPr marL="744538" indent="-166688">
              <a:buFont typeface="Arial" charset="0"/>
              <a:buChar char="•"/>
              <a:tabLst/>
              <a:defRPr sz="1200" b="0" i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defRPr>
            </a:lvl4pPr>
            <a:lvl5pPr marL="971550" indent="-173038">
              <a:buFont typeface="Arial" charset="0"/>
              <a:buChar char="•"/>
              <a:tabLst/>
              <a:defRPr sz="1050" b="0" i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8158665" y="1189176"/>
            <a:ext cx="3749040" cy="1577355"/>
          </a:xfrm>
        </p:spPr>
        <p:txBody>
          <a:bodyPr rIns="0"/>
          <a:lstStyle>
            <a:lvl1pPr marL="0" indent="0">
              <a:buNone/>
              <a:defRPr sz="1800" b="1" i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285750" indent="-220663">
              <a:buFont typeface="Arial" charset="0"/>
              <a:buChar char="•"/>
              <a:tabLst/>
              <a:defRPr sz="1600" b="0" i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defRPr>
            </a:lvl2pPr>
            <a:lvl3pPr marL="517525" indent="-173038">
              <a:buFont typeface="Arial" charset="0"/>
              <a:buChar char="•"/>
              <a:tabLst/>
              <a:defRPr sz="1400" b="0" i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defRPr>
            </a:lvl3pPr>
            <a:lvl4pPr marL="744538" indent="-166688">
              <a:buFont typeface="Arial" charset="0"/>
              <a:buChar char="•"/>
              <a:tabLst/>
              <a:defRPr sz="1200" b="0" i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defRPr>
            </a:lvl4pPr>
            <a:lvl5pPr marL="971550" indent="-173038">
              <a:buFont typeface="Arial" charset="0"/>
              <a:buChar char="•"/>
              <a:tabLst/>
              <a:defRPr sz="1050" b="0" i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hape 3"/>
          <p:cNvSpPr>
            <a:spLocks noGrp="1"/>
          </p:cNvSpPr>
          <p:nvPr>
            <p:ph type="sldNum" sz="quarter" idx="4"/>
          </p:nvPr>
        </p:nvSpPr>
        <p:spPr>
          <a:xfrm>
            <a:off x="109479" y="6554644"/>
            <a:ext cx="330881" cy="19492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>
            <a:spAutoFit/>
          </a:bodyPr>
          <a:lstStyle>
            <a:lvl1pPr algn="r">
              <a:spcBef>
                <a:spcPts val="0"/>
              </a:spcBef>
              <a:defRPr sz="600" b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Helvetica Neue" charset="0"/>
                <a:cs typeface="Arial" panose="020B0604020202020204" pitchFamily="34" charset="0"/>
                <a:sym typeface="Helvetica Neue"/>
              </a:defRPr>
            </a:lvl1pPr>
          </a:lstStyle>
          <a:p>
            <a:fld id="{86CB4B4D-7CA3-9044-876B-883B54F8677D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Four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" y="228600"/>
            <a:ext cx="11652805" cy="54864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321" y="1463040"/>
            <a:ext cx="2834640" cy="1854354"/>
          </a:xfrm>
        </p:spPr>
        <p:txBody>
          <a:bodyPr rIns="0"/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285750" indent="-220663">
              <a:buFont typeface="Arial" charset="0"/>
              <a:buChar char="•"/>
              <a:tabLst/>
              <a:defRPr sz="1600">
                <a:solidFill>
                  <a:schemeClr val="tx1"/>
                </a:solidFill>
              </a:defRPr>
            </a:lvl2pPr>
            <a:lvl3pPr marL="517525" indent="-173038">
              <a:buFont typeface="Arial" charset="0"/>
              <a:buChar char="•"/>
              <a:tabLst/>
              <a:defRPr sz="1400">
                <a:solidFill>
                  <a:schemeClr val="tx1"/>
                </a:solidFill>
              </a:defRPr>
            </a:lvl3pPr>
            <a:lvl4pPr marL="744538" indent="-166688">
              <a:buFont typeface="Arial" charset="0"/>
              <a:buChar char="•"/>
              <a:tabLst/>
              <a:defRPr sz="1200">
                <a:solidFill>
                  <a:schemeClr val="tx1"/>
                </a:solidFill>
              </a:defRPr>
            </a:lvl4pPr>
            <a:lvl5pPr marL="971550" indent="-173038">
              <a:buFont typeface="Arial" charset="0"/>
              <a:buChar char="•"/>
              <a:tabLst/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3213709" y="1463040"/>
            <a:ext cx="2834640" cy="1854354"/>
          </a:xfrm>
        </p:spPr>
        <p:txBody>
          <a:bodyPr rIns="0"/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285750" indent="-220663">
              <a:buFont typeface="Arial" charset="0"/>
              <a:buChar char="•"/>
              <a:tabLst/>
              <a:defRPr sz="1600">
                <a:solidFill>
                  <a:schemeClr val="tx1"/>
                </a:solidFill>
              </a:defRPr>
            </a:lvl2pPr>
            <a:lvl3pPr marL="517525" indent="-173038">
              <a:buFont typeface="Arial" charset="0"/>
              <a:buChar char="•"/>
              <a:tabLst/>
              <a:defRPr sz="1400">
                <a:solidFill>
                  <a:schemeClr val="tx1"/>
                </a:solidFill>
              </a:defRPr>
            </a:lvl3pPr>
            <a:lvl4pPr marL="744538" indent="-166688">
              <a:buFont typeface="Arial" charset="0"/>
              <a:buChar char="•"/>
              <a:tabLst/>
              <a:defRPr sz="1200">
                <a:solidFill>
                  <a:schemeClr val="tx1"/>
                </a:solidFill>
              </a:defRPr>
            </a:lvl4pPr>
            <a:lvl5pPr marL="971550" indent="-173038">
              <a:buFont typeface="Arial" charset="0"/>
              <a:buChar char="•"/>
              <a:tabLst/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153097" y="1463040"/>
            <a:ext cx="2834640" cy="1854354"/>
          </a:xfrm>
        </p:spPr>
        <p:txBody>
          <a:bodyPr rIns="0"/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285750" indent="-220663">
              <a:buFont typeface="Arial" charset="0"/>
              <a:buChar char="•"/>
              <a:tabLst/>
              <a:defRPr sz="1600">
                <a:solidFill>
                  <a:schemeClr val="tx1"/>
                </a:solidFill>
              </a:defRPr>
            </a:lvl2pPr>
            <a:lvl3pPr marL="517525" indent="-173038">
              <a:buFont typeface="Arial" charset="0"/>
              <a:buChar char="•"/>
              <a:tabLst/>
              <a:defRPr sz="1400">
                <a:solidFill>
                  <a:schemeClr val="tx1"/>
                </a:solidFill>
              </a:defRPr>
            </a:lvl3pPr>
            <a:lvl4pPr marL="744538" indent="-166688">
              <a:buFont typeface="Arial" charset="0"/>
              <a:buChar char="•"/>
              <a:tabLst/>
              <a:defRPr sz="1200">
                <a:solidFill>
                  <a:schemeClr val="tx1"/>
                </a:solidFill>
              </a:defRPr>
            </a:lvl4pPr>
            <a:lvl5pPr marL="971550" indent="-173038">
              <a:buFont typeface="Arial" charset="0"/>
              <a:buChar char="•"/>
              <a:tabLst/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9092485" y="1463040"/>
            <a:ext cx="2834640" cy="1854354"/>
          </a:xfrm>
        </p:spPr>
        <p:txBody>
          <a:bodyPr rIns="0"/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285750" indent="-220663">
              <a:buFont typeface="Arial" charset="0"/>
              <a:buChar char="•"/>
              <a:tabLst/>
              <a:defRPr sz="1600">
                <a:solidFill>
                  <a:schemeClr val="tx1"/>
                </a:solidFill>
              </a:defRPr>
            </a:lvl2pPr>
            <a:lvl3pPr marL="517525" indent="-173038">
              <a:buFont typeface="Arial" charset="0"/>
              <a:buChar char="•"/>
              <a:tabLst/>
              <a:defRPr sz="1400">
                <a:solidFill>
                  <a:schemeClr val="tx1"/>
                </a:solidFill>
              </a:defRPr>
            </a:lvl3pPr>
            <a:lvl4pPr marL="744538" indent="-166688">
              <a:buFont typeface="Arial" charset="0"/>
              <a:buChar char="•"/>
              <a:tabLst/>
              <a:defRPr sz="1200">
                <a:solidFill>
                  <a:schemeClr val="tx1"/>
                </a:solidFill>
              </a:defRPr>
            </a:lvl4pPr>
            <a:lvl5pPr marL="971550" indent="-173038">
              <a:buFont typeface="Arial" charset="0"/>
              <a:buChar char="•"/>
              <a:tabLst/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274319" y="795168"/>
            <a:ext cx="11652805" cy="246221"/>
          </a:xfrm>
        </p:spPr>
        <p:txBody>
          <a:bodyPr tIns="0" bIns="0"/>
          <a:lstStyle>
            <a:lvl1pPr marL="0" indent="0" algn="l">
              <a:buFontTx/>
              <a:buNone/>
              <a:defRPr sz="1600" b="1" i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Shape 3"/>
          <p:cNvSpPr>
            <a:spLocks noGrp="1"/>
          </p:cNvSpPr>
          <p:nvPr>
            <p:ph type="sldNum" sz="quarter" idx="4"/>
          </p:nvPr>
        </p:nvSpPr>
        <p:spPr>
          <a:xfrm>
            <a:off x="109479" y="6554644"/>
            <a:ext cx="330881" cy="19492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>
            <a:spAutoFit/>
          </a:bodyPr>
          <a:lstStyle>
            <a:lvl1pPr algn="r">
              <a:spcBef>
                <a:spcPts val="0"/>
              </a:spcBef>
              <a:defRPr sz="600" b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Helvetica Neue" charset="0"/>
                <a:cs typeface="Arial" panose="020B0604020202020204" pitchFamily="34" charset="0"/>
                <a:sym typeface="Helvetica Neue"/>
              </a:defRPr>
            </a:lvl1pPr>
          </a:lstStyle>
          <a:p>
            <a:fld id="{86CB4B4D-7CA3-9044-876B-883B54F8677D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54"/>
          <p:cNvSpPr>
            <a:spLocks noGrp="1"/>
          </p:cNvSpPr>
          <p:nvPr>
            <p:ph type="title" hasCustomPrompt="1"/>
          </p:nvPr>
        </p:nvSpPr>
        <p:spPr>
          <a:xfrm>
            <a:off x="551461" y="2505083"/>
            <a:ext cx="10918593" cy="1522475"/>
          </a:xfrm>
          <a:prstGeom prst="rect">
            <a:avLst/>
          </a:prstGeom>
        </p:spPr>
        <p:txBody>
          <a:bodyPr anchor="ctr" anchorCtr="0"/>
          <a:lstStyle>
            <a:lvl1pPr algn="l">
              <a:defRPr sz="5400" b="1" i="0" cap="none" spc="-100" baseline="0">
                <a:solidFill>
                  <a:schemeClr val="tx1"/>
                </a:solidFill>
                <a:latin typeface="+mj-lt"/>
                <a:ea typeface="Helvetica Neue" panose="02000503000000020004" pitchFamily="2" charset="0"/>
                <a:cs typeface="Helvetica Neue" panose="02000503000000020004" pitchFamily="2" charset="0"/>
                <a:sym typeface="Helvetica Neue Thin"/>
              </a:defRPr>
            </a:lvl1pPr>
          </a:lstStyle>
          <a:p>
            <a:r>
              <a:rPr lang="en-US"/>
              <a:t>Section Title Slide</a:t>
            </a:r>
            <a:endParaRPr/>
          </a:p>
        </p:txBody>
      </p:sp>
      <p:sp>
        <p:nvSpPr>
          <p:cNvPr id="22" name="Shape 3">
            <a:extLst>
              <a:ext uri="{FF2B5EF4-FFF2-40B4-BE49-F238E27FC236}">
                <a16:creationId xmlns:a16="http://schemas.microsoft.com/office/drawing/2014/main" id="{52EF95B1-F2C2-FE41-8409-19ABBD626E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479" y="6554644"/>
            <a:ext cx="330881" cy="19492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>
            <a:spAutoFit/>
          </a:bodyPr>
          <a:lstStyle>
            <a:lvl1pPr algn="r">
              <a:spcBef>
                <a:spcPts val="0"/>
              </a:spcBef>
              <a:defRPr sz="600" b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Helvetica Neue" charset="0"/>
                <a:cs typeface="Arial" panose="020B0604020202020204" pitchFamily="34" charset="0"/>
                <a:sym typeface="Helvetica Neue"/>
              </a:defRPr>
            </a:lvl1pPr>
          </a:lstStyle>
          <a:p>
            <a:fld id="{86CB4B4D-7CA3-9044-876B-883B54F8677D}" type="slidenum">
              <a:rPr lang="uk-UA" smtClean="0"/>
              <a:pPr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63309918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Slide for developer code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57218" y="2071383"/>
            <a:ext cx="11650487" cy="1392689"/>
          </a:xfrm>
          <a:solidFill>
            <a:schemeClr val="bg2"/>
          </a:solidFill>
        </p:spPr>
        <p:txBody>
          <a:bodyPr lIns="182880" tIns="182880" bIns="182880"/>
          <a:lstStyle>
            <a:lvl1pPr marL="0" indent="0">
              <a:buNone/>
              <a:defRPr sz="18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39657" indent="0">
              <a:buNone/>
              <a:defRPr sz="12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72973" indent="0">
              <a:buNone/>
              <a:defRPr sz="11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798353" indent="0">
              <a:buNone/>
              <a:defRPr sz="105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30082" indent="0">
              <a:buNone/>
              <a:defRPr sz="105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274320" y="1189177"/>
            <a:ext cx="11650488" cy="784830"/>
          </a:xfrm>
        </p:spPr>
        <p:txBody>
          <a:bodyPr/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285750" indent="-220663">
              <a:buFont typeface="Arial" charset="0"/>
              <a:buChar char="•"/>
              <a:tabLst/>
              <a:defRPr sz="1600">
                <a:solidFill>
                  <a:schemeClr val="tx1"/>
                </a:solidFill>
              </a:defRPr>
            </a:lvl2pPr>
            <a:lvl3pPr marL="517525" indent="-173038">
              <a:buFont typeface="Arial" charset="0"/>
              <a:buChar char="•"/>
              <a:tabLst/>
              <a:defRPr sz="1400"/>
            </a:lvl3pPr>
            <a:lvl4pPr marL="744538" indent="-166688">
              <a:buFont typeface="Arial" charset="0"/>
              <a:buChar char="•"/>
              <a:tabLst/>
              <a:defRPr sz="1200"/>
            </a:lvl4pPr>
            <a:lvl5pPr marL="971550" indent="-173038">
              <a:buFont typeface="Arial" charset="0"/>
              <a:buChar char="•"/>
              <a:tabLst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Shape 3"/>
          <p:cNvSpPr>
            <a:spLocks noGrp="1"/>
          </p:cNvSpPr>
          <p:nvPr>
            <p:ph type="sldNum" sz="quarter" idx="4"/>
          </p:nvPr>
        </p:nvSpPr>
        <p:spPr>
          <a:xfrm>
            <a:off x="109479" y="6554644"/>
            <a:ext cx="330881" cy="19492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>
            <a:spAutoFit/>
          </a:bodyPr>
          <a:lstStyle>
            <a:lvl1pPr algn="r">
              <a:spcBef>
                <a:spcPts val="0"/>
              </a:spcBef>
              <a:defRPr sz="600" b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Helvetica Neue" charset="0"/>
                <a:cs typeface="Arial" panose="020B0604020202020204" pitchFamily="34" charset="0"/>
                <a:sym typeface="Helvetica Neue"/>
              </a:defRPr>
            </a:lvl1pPr>
          </a:lstStyle>
          <a:p>
            <a:fld id="{86CB4B4D-7CA3-9044-876B-883B54F8677D}" type="slidenum">
              <a:rPr lang="uk-UA" smtClean="0"/>
              <a:pPr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62577389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3"/>
          <p:cNvSpPr>
            <a:spLocks noGrp="1"/>
          </p:cNvSpPr>
          <p:nvPr>
            <p:ph type="sldNum" sz="quarter" idx="4"/>
          </p:nvPr>
        </p:nvSpPr>
        <p:spPr>
          <a:xfrm>
            <a:off x="109479" y="6554644"/>
            <a:ext cx="330881" cy="19492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>
            <a:spAutoFit/>
          </a:bodyPr>
          <a:lstStyle>
            <a:lvl1pPr algn="r">
              <a:spcBef>
                <a:spcPts val="0"/>
              </a:spcBef>
              <a:defRPr sz="600" b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Helvetica Neue" charset="0"/>
                <a:cs typeface="Arial" panose="020B0604020202020204" pitchFamily="34" charset="0"/>
                <a:sym typeface="Helvetica Neue"/>
              </a:defRPr>
            </a:lvl1pPr>
          </a:lstStyle>
          <a:p>
            <a:fld id="{86CB4B4D-7CA3-9044-876B-883B54F8677D}" type="slidenum">
              <a:rPr lang="uk-UA" smtClean="0"/>
              <a:pPr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89526804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320" y="228600"/>
            <a:ext cx="11652805" cy="548640"/>
          </a:xfrm>
          <a:prstGeom prst="rect">
            <a:avLst/>
          </a:prstGeom>
        </p:spPr>
        <p:txBody>
          <a:bodyPr vert="horz" wrap="square" lIns="91440" tIns="45720" rIns="146304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320" y="1189178"/>
            <a:ext cx="11650486" cy="1438855"/>
          </a:xfrm>
          <a:prstGeom prst="rect">
            <a:avLst/>
          </a:prstGeom>
        </p:spPr>
        <p:txBody>
          <a:bodyPr vert="horz" wrap="square" lIns="91440" tIns="91440" rIns="182880" bIns="9144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0270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79" r:id="rId1"/>
    <p:sldLayoutId id="2147484267" r:id="rId2"/>
    <p:sldLayoutId id="2147484266" r:id="rId3"/>
    <p:sldLayoutId id="2147484086" r:id="rId4"/>
    <p:sldLayoutId id="2147484268" r:id="rId5"/>
    <p:sldLayoutId id="2147484265" r:id="rId6"/>
    <p:sldLayoutId id="2147484269" r:id="rId7"/>
    <p:sldLayoutId id="2147484272" r:id="rId8"/>
    <p:sldLayoutId id="2147484271" r:id="rId9"/>
    <p:sldLayoutId id="2147484280" r:id="rId10"/>
    <p:sldLayoutId id="2147484094" r:id="rId11"/>
    <p:sldLayoutId id="2147484093" r:id="rId12"/>
  </p:sldLayoutIdLst>
  <p:transition>
    <p:fade/>
  </p:transition>
  <p:hf hdr="0" ftr="0" dt="0"/>
  <p:txStyles>
    <p:titleStyle>
      <a:lvl1pPr algn="l" defTabSz="914180" rtl="0" eaLnBrk="1" latinLnBrk="0" hangingPunct="1">
        <a:lnSpc>
          <a:spcPct val="100000"/>
        </a:lnSpc>
        <a:spcBef>
          <a:spcPct val="0"/>
        </a:spcBef>
        <a:buNone/>
        <a:defRPr lang="en-US" sz="2800" b="1" i="0" kern="1200" cap="none" spc="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Helvetica Neue" panose="02000503000000020004" pitchFamily="2" charset="0"/>
          <a:cs typeface="Helvetica Neue" panose="02000503000000020004" pitchFamily="2" charset="0"/>
        </a:defRPr>
      </a:lvl1pPr>
    </p:titleStyle>
    <p:bodyStyle>
      <a:lvl1pPr marL="228600" marR="0" indent="-228600" algn="l" defTabSz="914180" rtl="0" eaLnBrk="1" fontAlgn="auto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bg1">
            <a:lumMod val="65000"/>
          </a:schemeClr>
        </a:buClr>
        <a:buSzPct val="90000"/>
        <a:buFont typeface="Arial" pitchFamily="34" charset="0"/>
        <a:buChar char="•"/>
        <a:tabLst/>
        <a:defRPr sz="1600" b="0" i="0" kern="1200" spc="0" baseline="0">
          <a:solidFill>
            <a:schemeClr val="tx1"/>
          </a:solidFill>
          <a:latin typeface="+mn-lt"/>
          <a:ea typeface="Helvetica Neue" panose="02000503000000020004" pitchFamily="2" charset="0"/>
          <a:cs typeface="Helvetica Neue" panose="02000503000000020004" pitchFamily="2" charset="0"/>
        </a:defRPr>
      </a:lvl1pPr>
      <a:lvl2pPr marL="458788" marR="0" indent="-173038" algn="l" defTabSz="914180" rtl="0" eaLnBrk="1" fontAlgn="auto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bg1">
            <a:lumMod val="65000"/>
          </a:schemeClr>
        </a:buClr>
        <a:buSzPct val="90000"/>
        <a:buFont typeface="Arial" pitchFamily="34" charset="0"/>
        <a:buChar char="•"/>
        <a:tabLst/>
        <a:defRPr sz="1400" b="0" i="0" kern="1200" spc="0" baseline="0">
          <a:solidFill>
            <a:schemeClr val="tx1"/>
          </a:solidFill>
          <a:latin typeface="+mn-lt"/>
          <a:ea typeface="Helvetica Neue" panose="02000503000000020004" pitchFamily="2" charset="0"/>
          <a:cs typeface="Helvetica Neue" panose="02000503000000020004" pitchFamily="2" charset="0"/>
        </a:defRPr>
      </a:lvl2pPr>
      <a:lvl3pPr marL="631825" marR="0" indent="-115888" algn="l" defTabSz="914180" rtl="0" eaLnBrk="1" fontAlgn="auto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bg1">
            <a:lumMod val="65000"/>
          </a:schemeClr>
        </a:buClr>
        <a:buSzPct val="90000"/>
        <a:buFont typeface="Arial" pitchFamily="34" charset="0"/>
        <a:buChar char="•"/>
        <a:tabLst/>
        <a:defRPr sz="1200" b="0" i="0" kern="1200" spc="0" baseline="0">
          <a:solidFill>
            <a:schemeClr val="tx1"/>
          </a:solidFill>
          <a:latin typeface="+mn-lt"/>
          <a:ea typeface="Helvetica Neue" panose="02000503000000020004" pitchFamily="2" charset="0"/>
          <a:cs typeface="Helvetica Neue" panose="02000503000000020004" pitchFamily="2" charset="0"/>
        </a:defRPr>
      </a:lvl3pPr>
      <a:lvl4pPr marL="803275" marR="0" indent="-114300" algn="l" defTabSz="914180" rtl="0" eaLnBrk="1" fontAlgn="auto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bg1">
            <a:lumMod val="65000"/>
          </a:schemeClr>
        </a:buClr>
        <a:buSzPct val="90000"/>
        <a:buFont typeface="Arial" pitchFamily="34" charset="0"/>
        <a:buChar char="•"/>
        <a:tabLst/>
        <a:defRPr sz="1050" b="0" i="0" kern="1200" spc="0" baseline="0">
          <a:solidFill>
            <a:schemeClr val="tx1"/>
          </a:solidFill>
          <a:latin typeface="+mn-lt"/>
          <a:ea typeface="Helvetica Neue" panose="02000503000000020004" pitchFamily="2" charset="0"/>
          <a:cs typeface="Helvetica Neue" panose="02000503000000020004" pitchFamily="2" charset="0"/>
        </a:defRPr>
      </a:lvl4pPr>
      <a:lvl5pPr marL="976313" marR="0" indent="-120650" algn="l" defTabSz="914180" rtl="0" eaLnBrk="1" fontAlgn="auto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bg1">
            <a:lumMod val="65000"/>
          </a:schemeClr>
        </a:buClr>
        <a:buSzPct val="90000"/>
        <a:buFont typeface="Arial" pitchFamily="34" charset="0"/>
        <a:buChar char="•"/>
        <a:tabLst/>
        <a:defRPr sz="900" b="0" i="0" kern="1200" spc="0" baseline="0">
          <a:solidFill>
            <a:schemeClr val="tx1"/>
          </a:solidFill>
          <a:latin typeface="+mn-lt"/>
          <a:ea typeface="Helvetica Neue" panose="02000503000000020004" pitchFamily="2" charset="0"/>
          <a:cs typeface="Helvetica Neue" panose="02000503000000020004" pitchFamily="2" charset="0"/>
        </a:defRPr>
      </a:lvl5pPr>
      <a:lvl6pPr marL="2513996" indent="-228546" algn="l" defTabSz="914180" rtl="0" eaLnBrk="1" latinLnBrk="0" hangingPunct="1">
        <a:spcBef>
          <a:spcPct val="20000"/>
        </a:spcBef>
        <a:buFont typeface="Arial" pitchFamily="34" charset="0"/>
        <a:buChar char="•"/>
        <a:defRPr sz="1960" kern="1200">
          <a:solidFill>
            <a:schemeClr val="tx1"/>
          </a:solidFill>
          <a:latin typeface="+mn-lt"/>
          <a:ea typeface="+mn-ea"/>
          <a:cs typeface="+mn-cs"/>
        </a:defRPr>
      </a:lvl6pPr>
      <a:lvl7pPr marL="2971087" indent="-228546" algn="l" defTabSz="914180" rtl="0" eaLnBrk="1" latinLnBrk="0" hangingPunct="1">
        <a:spcBef>
          <a:spcPct val="20000"/>
        </a:spcBef>
        <a:buFont typeface="Arial" pitchFamily="34" charset="0"/>
        <a:buChar char="•"/>
        <a:defRPr sz="1960" kern="1200">
          <a:solidFill>
            <a:schemeClr val="tx1"/>
          </a:solidFill>
          <a:latin typeface="+mn-lt"/>
          <a:ea typeface="+mn-ea"/>
          <a:cs typeface="+mn-cs"/>
        </a:defRPr>
      </a:lvl7pPr>
      <a:lvl8pPr marL="3428177" indent="-228546" algn="l" defTabSz="914180" rtl="0" eaLnBrk="1" latinLnBrk="0" hangingPunct="1">
        <a:spcBef>
          <a:spcPct val="20000"/>
        </a:spcBef>
        <a:buFont typeface="Arial" pitchFamily="34" charset="0"/>
        <a:buChar char="•"/>
        <a:defRPr sz="1960" kern="1200">
          <a:solidFill>
            <a:schemeClr val="tx1"/>
          </a:solidFill>
          <a:latin typeface="+mn-lt"/>
          <a:ea typeface="+mn-ea"/>
          <a:cs typeface="+mn-cs"/>
        </a:defRPr>
      </a:lvl8pPr>
      <a:lvl9pPr marL="3885268" indent="-228546" algn="l" defTabSz="914180" rtl="0" eaLnBrk="1" latinLnBrk="0" hangingPunct="1">
        <a:spcBef>
          <a:spcPct val="20000"/>
        </a:spcBef>
        <a:buFont typeface="Arial" pitchFamily="34" charset="0"/>
        <a:buChar char="•"/>
        <a:defRPr sz="1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80" rtl="0" eaLnBrk="1" latinLnBrk="0" hangingPunct="1">
        <a:defRPr sz="1764" kern="1200">
          <a:solidFill>
            <a:schemeClr val="tx1"/>
          </a:solidFill>
          <a:latin typeface="+mn-lt"/>
          <a:ea typeface="+mn-ea"/>
          <a:cs typeface="+mn-cs"/>
        </a:defRPr>
      </a:lvl1pPr>
      <a:lvl2pPr marL="457090" algn="l" defTabSz="914180" rtl="0" eaLnBrk="1" latinLnBrk="0" hangingPunct="1">
        <a:defRPr sz="1764" kern="1200">
          <a:solidFill>
            <a:schemeClr val="tx1"/>
          </a:solidFill>
          <a:latin typeface="+mn-lt"/>
          <a:ea typeface="+mn-ea"/>
          <a:cs typeface="+mn-cs"/>
        </a:defRPr>
      </a:lvl2pPr>
      <a:lvl3pPr marL="914180" algn="l" defTabSz="914180" rtl="0" eaLnBrk="1" latinLnBrk="0" hangingPunct="1">
        <a:defRPr sz="1764" kern="1200">
          <a:solidFill>
            <a:schemeClr val="tx1"/>
          </a:solidFill>
          <a:latin typeface="+mn-lt"/>
          <a:ea typeface="+mn-ea"/>
          <a:cs typeface="+mn-cs"/>
        </a:defRPr>
      </a:lvl3pPr>
      <a:lvl4pPr marL="1371271" algn="l" defTabSz="914180" rtl="0" eaLnBrk="1" latinLnBrk="0" hangingPunct="1">
        <a:defRPr sz="1764" kern="1200">
          <a:solidFill>
            <a:schemeClr val="tx1"/>
          </a:solidFill>
          <a:latin typeface="+mn-lt"/>
          <a:ea typeface="+mn-ea"/>
          <a:cs typeface="+mn-cs"/>
        </a:defRPr>
      </a:lvl4pPr>
      <a:lvl5pPr marL="1828361" algn="l" defTabSz="914180" rtl="0" eaLnBrk="1" latinLnBrk="0" hangingPunct="1">
        <a:defRPr sz="1764" kern="1200">
          <a:solidFill>
            <a:schemeClr val="tx1"/>
          </a:solidFill>
          <a:latin typeface="+mn-lt"/>
          <a:ea typeface="+mn-ea"/>
          <a:cs typeface="+mn-cs"/>
        </a:defRPr>
      </a:lvl5pPr>
      <a:lvl6pPr marL="2285452" algn="l" defTabSz="914180" rtl="0" eaLnBrk="1" latinLnBrk="0" hangingPunct="1">
        <a:defRPr sz="1764" kern="1200">
          <a:solidFill>
            <a:schemeClr val="tx1"/>
          </a:solidFill>
          <a:latin typeface="+mn-lt"/>
          <a:ea typeface="+mn-ea"/>
          <a:cs typeface="+mn-cs"/>
        </a:defRPr>
      </a:lvl6pPr>
      <a:lvl7pPr marL="2742541" algn="l" defTabSz="914180" rtl="0" eaLnBrk="1" latinLnBrk="0" hangingPunct="1">
        <a:defRPr sz="1764" kern="1200">
          <a:solidFill>
            <a:schemeClr val="tx1"/>
          </a:solidFill>
          <a:latin typeface="+mn-lt"/>
          <a:ea typeface="+mn-ea"/>
          <a:cs typeface="+mn-cs"/>
        </a:defRPr>
      </a:lvl7pPr>
      <a:lvl8pPr marL="3199632" algn="l" defTabSz="914180" rtl="0" eaLnBrk="1" latinLnBrk="0" hangingPunct="1">
        <a:defRPr sz="1764" kern="1200">
          <a:solidFill>
            <a:schemeClr val="tx1"/>
          </a:solidFill>
          <a:latin typeface="+mn-lt"/>
          <a:ea typeface="+mn-ea"/>
          <a:cs typeface="+mn-cs"/>
        </a:defRPr>
      </a:lvl8pPr>
      <a:lvl9pPr marL="3656723" algn="l" defTabSz="914180" rtl="0" eaLnBrk="1" latinLnBrk="0" hangingPunct="1">
        <a:defRPr sz="176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3">
          <p15:clr>
            <a:srgbClr val="5ACBF0"/>
          </p15:clr>
        </p15:guide>
        <p15:guide id="2" pos="170">
          <p15:clr>
            <a:srgbClr val="5ACBF0"/>
          </p15:clr>
        </p15:guide>
        <p15:guide id="3" pos="734">
          <p15:clr>
            <a:srgbClr val="5ACBF0"/>
          </p15:clr>
        </p15:guide>
        <p15:guide id="4" pos="1299">
          <p15:clr>
            <a:srgbClr val="5ACBF0"/>
          </p15:clr>
        </p15:guide>
        <p15:guide id="5" pos="1863">
          <p15:clr>
            <a:srgbClr val="5ACBF0"/>
          </p15:clr>
        </p15:guide>
        <p15:guide id="6" pos="2428">
          <p15:clr>
            <a:srgbClr val="5ACBF0"/>
          </p15:clr>
        </p15:guide>
        <p15:guide id="7" pos="2992">
          <p15:clr>
            <a:srgbClr val="5ACBF0"/>
          </p15:clr>
        </p15:guide>
        <p15:guide id="8" pos="3557">
          <p15:clr>
            <a:srgbClr val="5ACBF0"/>
          </p15:clr>
        </p15:guide>
        <p15:guide id="9" pos="4121">
          <p15:clr>
            <a:srgbClr val="5ACBF0"/>
          </p15:clr>
        </p15:guide>
        <p15:guide id="10" pos="4686">
          <p15:clr>
            <a:srgbClr val="5ACBF0"/>
          </p15:clr>
        </p15:guide>
        <p15:guide id="11" pos="5250">
          <p15:clr>
            <a:srgbClr val="5ACBF0"/>
          </p15:clr>
        </p15:guide>
        <p15:guide id="12" pos="5815">
          <p15:clr>
            <a:srgbClr val="5ACBF0"/>
          </p15:clr>
        </p15:guide>
        <p15:guide id="13" pos="6379">
          <p15:clr>
            <a:srgbClr val="5ACBF0"/>
          </p15:clr>
        </p15:guide>
        <p15:guide id="14" pos="6944">
          <p15:clr>
            <a:srgbClr val="5ACBF0"/>
          </p15:clr>
        </p15:guide>
        <p15:guide id="15" pos="7508">
          <p15:clr>
            <a:srgbClr val="5ACBF0"/>
          </p15:clr>
        </p15:guide>
        <p15:guide id="16" pos="282">
          <p15:clr>
            <a:srgbClr val="C35EA4"/>
          </p15:clr>
        </p15:guide>
        <p15:guide id="17" pos="7396">
          <p15:clr>
            <a:srgbClr val="C35EA4"/>
          </p15:clr>
        </p15:guide>
        <p15:guide id="18" orient="horz" pos="748">
          <p15:clr>
            <a:srgbClr val="5ACBF0"/>
          </p15:clr>
        </p15:guide>
        <p15:guide id="19" orient="horz" pos="1313">
          <p15:clr>
            <a:srgbClr val="5ACBF0"/>
          </p15:clr>
        </p15:guide>
        <p15:guide id="20" orient="horz" pos="1878">
          <p15:clr>
            <a:srgbClr val="5ACBF0"/>
          </p15:clr>
        </p15:guide>
        <p15:guide id="21" orient="horz" pos="2442">
          <p15:clr>
            <a:srgbClr val="5ACBF0"/>
          </p15:clr>
        </p15:guide>
        <p15:guide id="22" orient="horz" pos="3007">
          <p15:clr>
            <a:srgbClr val="5ACBF0"/>
          </p15:clr>
        </p15:guide>
        <p15:guide id="23" orient="horz" pos="3572">
          <p15:clr>
            <a:srgbClr val="5ACBF0"/>
          </p15:clr>
        </p15:guide>
        <p15:guide id="24" orient="horz" pos="4137">
          <p15:clr>
            <a:srgbClr val="5ACBF0"/>
          </p15:clr>
        </p15:guide>
        <p15:guide id="25" orient="horz" pos="296">
          <p15:clr>
            <a:srgbClr val="C35EA4"/>
          </p15:clr>
        </p15:guide>
        <p15:guide id="26" orient="horz" pos="4024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3E05F-65E5-1AB4-2090-B0F579FBC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Take-home data analysis</a:t>
            </a:r>
            <a:br>
              <a:rPr lang="en-US" dirty="0"/>
            </a:br>
            <a:r>
              <a:rPr lang="en-US" sz="2400" dirty="0"/>
              <a:t>Business Insight extraction from the </a:t>
            </a:r>
            <a:r>
              <a:rPr lang="en-US" sz="2400" dirty="0" err="1"/>
              <a:t>WildChat</a:t>
            </a:r>
            <a:r>
              <a:rPr lang="en-US" sz="2400" dirty="0"/>
              <a:t> dataset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BDED29-F3FA-F4AE-91F8-250111A243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Larry Jin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A1AA09-7FDF-C814-B21C-98D8DB8C65D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Feb, 2026</a:t>
            </a:r>
          </a:p>
        </p:txBody>
      </p:sp>
    </p:spTree>
    <p:extLst>
      <p:ext uri="{BB962C8B-B14F-4D97-AF65-F5344CB8AC3E}">
        <p14:creationId xmlns:p14="http://schemas.microsoft.com/office/powerpoint/2010/main" val="403718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DC9DE9C-9249-90E6-813B-58947752D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320" y="1189176"/>
            <a:ext cx="11650488" cy="1723549"/>
          </a:xfrm>
        </p:spPr>
        <p:txBody>
          <a:bodyPr/>
          <a:lstStyle/>
          <a:p>
            <a:r>
              <a:rPr lang="en-US" dirty="0"/>
              <a:t>Dataset overview</a:t>
            </a:r>
          </a:p>
          <a:p>
            <a:r>
              <a:rPr lang="en-US" dirty="0"/>
              <a:t>Intent categorization and analysis</a:t>
            </a:r>
          </a:p>
          <a:p>
            <a:r>
              <a:rPr lang="en-US" dirty="0"/>
              <a:t>Business vertical and market potential study</a:t>
            </a:r>
          </a:p>
          <a:p>
            <a:r>
              <a:rPr lang="en-US" dirty="0"/>
              <a:t>User engagement study across categories and verticals</a:t>
            </a:r>
          </a:p>
          <a:p>
            <a:r>
              <a:rPr lang="en-US" dirty="0"/>
              <a:t>Learnings and next steps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3C6AEFF-0C99-B300-71E3-30DB34A06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Roadmap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BBC1CC-F6E5-9A46-6D1B-DE72EE818D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pPr/>
              <a:t>2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21965740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4E593-9944-A4E9-DC1D-44DD70ACA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WildChat</a:t>
            </a:r>
            <a:r>
              <a:rPr lang="en-US" dirty="0"/>
              <a:t> dataset overview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841B20-2D17-A874-6FA1-8A4C4B7614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pPr/>
              <a:t>3</a:t>
            </a:fld>
            <a:endParaRPr lang="uk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694D33-E70C-E288-EAD8-A4758B08B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546" y="2306364"/>
            <a:ext cx="6273800" cy="2476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84B920F-E9EF-D26A-ACC6-1F7E98317A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3325" y="4810606"/>
            <a:ext cx="6273800" cy="18415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EC90D32-54F1-49C0-2E9E-EE39F7F47ABA}"/>
              </a:ext>
            </a:extLst>
          </p:cNvPr>
          <p:cNvSpPr txBox="1"/>
          <p:nvPr/>
        </p:nvSpPr>
        <p:spPr>
          <a:xfrm>
            <a:off x="230258" y="2306364"/>
            <a:ext cx="5345390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1600" b="1" dirty="0"/>
              <a:t>Scale &amp; Representativeness</a:t>
            </a:r>
            <a:endParaRPr lang="en-US" sz="16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Average conversations per day: </a:t>
            </a:r>
            <a:r>
              <a:rPr lang="en-US" sz="1600" b="1" dirty="0"/>
              <a:t>2,486</a:t>
            </a:r>
            <a:endParaRPr lang="en-US" sz="16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Estimated total ChatGPT conversations in 2023: </a:t>
            </a:r>
            <a:r>
              <a:rPr lang="en-US" sz="1600" b="1" dirty="0"/>
              <a:t>~10M–100M/day</a:t>
            </a:r>
            <a:endParaRPr lang="en-US" sz="16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Dataset coverage of global usage: </a:t>
            </a:r>
            <a:r>
              <a:rPr lang="en-US" sz="1600" b="1" dirty="0"/>
              <a:t>~0.002%–0.025%</a:t>
            </a:r>
            <a:r>
              <a:rPr lang="en-US" sz="1600" dirty="0"/>
              <a:t> (≈ </a:t>
            </a:r>
            <a:r>
              <a:rPr lang="en-US" sz="1600" b="1" dirty="0"/>
              <a:t>0.01% avg</a:t>
            </a:r>
            <a:r>
              <a:rPr lang="en-US" sz="1600" dirty="0"/>
              <a:t>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Therefore, any dollar value estimated from this dataset should be scaled by </a:t>
            </a:r>
            <a:r>
              <a:rPr lang="en-US" sz="1600" b="1" dirty="0"/>
              <a:t>~10,000×</a:t>
            </a:r>
            <a:r>
              <a:rPr lang="en-US" sz="1600" dirty="0"/>
              <a:t> to approximate total market opportunity.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If focusing only on English conversations (</a:t>
            </a:r>
            <a:r>
              <a:rPr lang="en-US" sz="1600" b="1" dirty="0"/>
              <a:t>54% of data</a:t>
            </a:r>
            <a:r>
              <a:rPr lang="en-US" sz="1600" dirty="0"/>
              <a:t>), scaling increases to </a:t>
            </a:r>
            <a:r>
              <a:rPr lang="en-US" sz="1600" b="1" dirty="0"/>
              <a:t>~20,000×</a:t>
            </a:r>
            <a:r>
              <a:rPr lang="en-US" sz="1600" dirty="0"/>
              <a:t>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Next step:</a:t>
            </a:r>
            <a:r>
              <a:rPr lang="en-US" sz="1600" dirty="0"/>
              <a:t> analysis will focus on English conversations for consistency and interpretability.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0B4E73-84C1-4F47-9DE5-50F31FF3D502}"/>
              </a:ext>
            </a:extLst>
          </p:cNvPr>
          <p:cNvSpPr txBox="1"/>
          <p:nvPr/>
        </p:nvSpPr>
        <p:spPr>
          <a:xfrm>
            <a:off x="8156028" y="5018603"/>
            <a:ext cx="21893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Average 2,486 per day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D6500B-48E3-E844-5AD8-B57C7CC9DFB9}"/>
              </a:ext>
            </a:extLst>
          </p:cNvPr>
          <p:cNvSpPr txBox="1"/>
          <p:nvPr/>
        </p:nvSpPr>
        <p:spPr>
          <a:xfrm>
            <a:off x="9421643" y="2640034"/>
            <a:ext cx="24623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English conversation 54%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12D09F-77FF-3902-9350-956E54F88307}"/>
              </a:ext>
            </a:extLst>
          </p:cNvPr>
          <p:cNvSpPr txBox="1"/>
          <p:nvPr/>
        </p:nvSpPr>
        <p:spPr>
          <a:xfrm>
            <a:off x="230258" y="932313"/>
            <a:ext cx="11652805" cy="906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WildChat</a:t>
            </a:r>
            <a:r>
              <a:rPr lang="en-US" dirty="0"/>
              <a:t> is a large-scale, real-world conversation dataset released by </a:t>
            </a:r>
            <a:r>
              <a:rPr lang="en-US" dirty="0" err="1"/>
              <a:t>AllenAI</a:t>
            </a:r>
            <a:r>
              <a:rPr lang="en-US" dirty="0"/>
              <a:t> that captures authentic user–AI interactions across languages, intents, and tasks, enabling empirical analysis of usage patterns, behavior, and model performance in the wild.</a:t>
            </a:r>
          </a:p>
        </p:txBody>
      </p:sp>
    </p:spTree>
    <p:extLst>
      <p:ext uri="{BB962C8B-B14F-4D97-AF65-F5344CB8AC3E}">
        <p14:creationId xmlns:p14="http://schemas.microsoft.com/office/powerpoint/2010/main" val="1345920692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617C4-0A24-6043-36CA-8EC9B0AF6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Intent categorization and analysis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6110E1-678A-1664-BE92-7FD990D062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pPr/>
              <a:t>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72224192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CBB6FD3-11B2-287E-37A3-92B424A17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 User Intent Behind AI Conversations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F71691-8BBD-B3A7-2C06-41547497C3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pPr/>
              <a:t>5</a:t>
            </a:fld>
            <a:endParaRPr lang="uk-UA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3497038-F7CE-66FB-4552-8531A218A8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8268462"/>
              </p:ext>
            </p:extLst>
          </p:nvPr>
        </p:nvGraphicFramePr>
        <p:xfrm>
          <a:off x="268008" y="2270542"/>
          <a:ext cx="11652804" cy="2465110"/>
        </p:xfrm>
        <a:graphic>
          <a:graphicData uri="http://schemas.openxmlformats.org/drawingml/2006/table">
            <a:tbl>
              <a:tblPr/>
              <a:tblGrid>
                <a:gridCol w="3685629">
                  <a:extLst>
                    <a:ext uri="{9D8B030D-6E8A-4147-A177-3AD203B41FA5}">
                      <a16:colId xmlns:a16="http://schemas.microsoft.com/office/drawing/2014/main" val="2100539282"/>
                    </a:ext>
                  </a:extLst>
                </a:gridCol>
                <a:gridCol w="7967175">
                  <a:extLst>
                    <a:ext uri="{9D8B030D-6E8A-4147-A177-3AD203B41FA5}">
                      <a16:colId xmlns:a16="http://schemas.microsoft.com/office/drawing/2014/main" val="1322625"/>
                    </a:ext>
                  </a:extLst>
                </a:gridCol>
              </a:tblGrid>
              <a:tr h="931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Category</a:t>
                      </a:r>
                    </a:p>
                  </a:txBody>
                  <a:tcPr marL="23630" marR="23630" marT="11815" marB="118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Definition</a:t>
                      </a:r>
                    </a:p>
                  </a:txBody>
                  <a:tcPr marL="23630" marR="23630" marT="11815" marB="118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3743462"/>
                  </a:ext>
                </a:extLst>
              </a:tr>
              <a:tr h="6366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Informational</a:t>
                      </a:r>
                    </a:p>
                  </a:txBody>
                  <a:tcPr marL="23630" marR="23630" marT="11815" marB="118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The user wants to learn something, get help, or have the AI generate or fix content (explanations, writing, coding, troubleshooting, etc.).</a:t>
                      </a:r>
                    </a:p>
                    <a:p>
                      <a:pPr>
                        <a:buNone/>
                      </a:pPr>
                      <a:endParaRPr lang="en-US" sz="1400" dirty="0"/>
                    </a:p>
                  </a:txBody>
                  <a:tcPr marL="23630" marR="23630" marT="11815" marB="118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7937874"/>
                  </a:ext>
                </a:extLst>
              </a:tr>
              <a:tr h="1625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Navigational</a:t>
                      </a:r>
                    </a:p>
                  </a:txBody>
                  <a:tcPr marL="23630" marR="23630" marT="11815" marB="118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The user is trying to find a specific site, app, organization, or resource.</a:t>
                      </a:r>
                    </a:p>
                    <a:p>
                      <a:pPr>
                        <a:buNone/>
                      </a:pPr>
                      <a:endParaRPr lang="en-US" sz="1400" dirty="0"/>
                    </a:p>
                  </a:txBody>
                  <a:tcPr marL="23630" marR="23630" marT="11815" marB="118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9231097"/>
                  </a:ext>
                </a:extLst>
              </a:tr>
              <a:tr h="3015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Commercial investigation</a:t>
                      </a:r>
                    </a:p>
                  </a:txBody>
                  <a:tcPr marL="23630" marR="23630" marT="11815" marB="118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The user is researching or comparing options before making a purchase decision.</a:t>
                      </a:r>
                    </a:p>
                    <a:p>
                      <a:pPr>
                        <a:buNone/>
                      </a:pPr>
                      <a:endParaRPr lang="en-US" sz="1400" dirty="0"/>
                    </a:p>
                  </a:txBody>
                  <a:tcPr marL="23630" marR="23630" marT="11815" marB="118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532122"/>
                  </a:ext>
                </a:extLst>
              </a:tr>
              <a:tr h="5099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Transactional</a:t>
                      </a:r>
                    </a:p>
                  </a:txBody>
                  <a:tcPr marL="23630" marR="23630" marT="11815" marB="118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The user intends to complete a real-world action such as buying, booking, subscribing, or requesting a service.</a:t>
                      </a:r>
                    </a:p>
                    <a:p>
                      <a:pPr>
                        <a:buNone/>
                      </a:pPr>
                      <a:endParaRPr lang="en-US" sz="1400" dirty="0"/>
                    </a:p>
                  </a:txBody>
                  <a:tcPr marL="23630" marR="23630" marT="11815" marB="118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99599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AB36CB9-1565-5364-D294-30CE14ACA75C}"/>
              </a:ext>
            </a:extLst>
          </p:cNvPr>
          <p:cNvSpPr txBox="1"/>
          <p:nvPr/>
        </p:nvSpPr>
        <p:spPr>
          <a:xfrm>
            <a:off x="268009" y="868331"/>
            <a:ext cx="1165280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User prompts can be categorized using a standard search-intent framework adapted from SEO and information-retrieval research. This classification helps us understand </a:t>
            </a:r>
            <a:r>
              <a:rPr lang="en-US" sz="1600" i="1" dirty="0"/>
              <a:t>why</a:t>
            </a:r>
            <a:r>
              <a:rPr lang="en-US" sz="1600" dirty="0"/>
              <a:t> users interact with AI, whether they’re seeking knowledge, navigation, evaluation, or action, which is critical for product, monetization, and UX analysis.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45C538-F86A-F77F-FFC3-7A6A5A6C4AF9}"/>
              </a:ext>
            </a:extLst>
          </p:cNvPr>
          <p:cNvSpPr txBox="1"/>
          <p:nvPr/>
        </p:nvSpPr>
        <p:spPr>
          <a:xfrm>
            <a:off x="268008" y="5158672"/>
            <a:ext cx="1165280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Commercial investigation </a:t>
            </a:r>
            <a:r>
              <a:rPr lang="en-US" sz="1600" dirty="0"/>
              <a:t>and </a:t>
            </a:r>
            <a:r>
              <a:rPr lang="en-US" sz="1600" b="1" dirty="0"/>
              <a:t>transactional</a:t>
            </a:r>
            <a:r>
              <a:rPr lang="en-US" sz="1600" dirty="0"/>
              <a:t> queries typically signal stronger purchase intent and therefore represent higher monetization potential for brands than informational conversations. In the following sections, we’ll dive deeper into these high-value intents and quantify their business impact.</a:t>
            </a:r>
          </a:p>
        </p:txBody>
      </p:sp>
    </p:spTree>
    <p:extLst>
      <p:ext uri="{BB962C8B-B14F-4D97-AF65-F5344CB8AC3E}">
        <p14:creationId xmlns:p14="http://schemas.microsoft.com/office/powerpoint/2010/main" val="2173833764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5658F-DCB2-B1ED-1B8B-0E52E4C1C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Detailed Intent Distribution of English Conversations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597F4C-9937-3B38-1133-CC8CBDEEFD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pPr/>
              <a:t>6</a:t>
            </a:fld>
            <a:endParaRPr lang="uk-UA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E4609B1-1B05-E122-A221-A02A03A7F3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9574407"/>
              </p:ext>
            </p:extLst>
          </p:nvPr>
        </p:nvGraphicFramePr>
        <p:xfrm>
          <a:off x="274320" y="1910655"/>
          <a:ext cx="11652805" cy="2280048"/>
        </p:xfrm>
        <a:graphic>
          <a:graphicData uri="http://schemas.openxmlformats.org/drawingml/2006/table">
            <a:tbl>
              <a:tblPr/>
              <a:tblGrid>
                <a:gridCol w="1880301">
                  <a:extLst>
                    <a:ext uri="{9D8B030D-6E8A-4147-A177-3AD203B41FA5}">
                      <a16:colId xmlns:a16="http://schemas.microsoft.com/office/drawing/2014/main" val="1394243508"/>
                    </a:ext>
                  </a:extLst>
                </a:gridCol>
                <a:gridCol w="1681655">
                  <a:extLst>
                    <a:ext uri="{9D8B030D-6E8A-4147-A177-3AD203B41FA5}">
                      <a16:colId xmlns:a16="http://schemas.microsoft.com/office/drawing/2014/main" val="3053275362"/>
                    </a:ext>
                  </a:extLst>
                </a:gridCol>
                <a:gridCol w="1481958">
                  <a:extLst>
                    <a:ext uri="{9D8B030D-6E8A-4147-A177-3AD203B41FA5}">
                      <a16:colId xmlns:a16="http://schemas.microsoft.com/office/drawing/2014/main" val="1565731946"/>
                    </a:ext>
                  </a:extLst>
                </a:gridCol>
                <a:gridCol w="1261242">
                  <a:extLst>
                    <a:ext uri="{9D8B030D-6E8A-4147-A177-3AD203B41FA5}">
                      <a16:colId xmlns:a16="http://schemas.microsoft.com/office/drawing/2014/main" val="991687900"/>
                    </a:ext>
                  </a:extLst>
                </a:gridCol>
                <a:gridCol w="5347649">
                  <a:extLst>
                    <a:ext uri="{9D8B030D-6E8A-4147-A177-3AD203B41FA5}">
                      <a16:colId xmlns:a16="http://schemas.microsoft.com/office/drawing/2014/main" val="2185358040"/>
                    </a:ext>
                  </a:extLst>
                </a:gridCol>
              </a:tblGrid>
              <a:tr h="641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Category</a:t>
                      </a:r>
                    </a:p>
                  </a:txBody>
                  <a:tcPr marL="16272" marR="16272" marT="8136" marB="81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Subcategory</a:t>
                      </a:r>
                    </a:p>
                  </a:txBody>
                  <a:tcPr marL="16272" marR="16272" marT="8136" marB="81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Conversations</a:t>
                      </a:r>
                    </a:p>
                  </a:txBody>
                  <a:tcPr marL="16272" marR="16272" marT="8136" marB="81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% of Dataset</a:t>
                      </a:r>
                    </a:p>
                  </a:txBody>
                  <a:tcPr marL="16272" marR="16272" marT="8136" marB="81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Definition</a:t>
                      </a:r>
                    </a:p>
                  </a:txBody>
                  <a:tcPr marL="16272" marR="16272" marT="8136" marB="81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173055"/>
                  </a:ext>
                </a:extLst>
              </a:tr>
              <a:tr h="1598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Informational</a:t>
                      </a:r>
                    </a:p>
                  </a:txBody>
                  <a:tcPr marL="16272" marR="16272" marT="8136" marB="81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Creative Writing</a:t>
                      </a:r>
                      <a:endParaRPr lang="en-US" sz="1400"/>
                    </a:p>
                  </a:txBody>
                  <a:tcPr marL="16272" marR="16272" marT="8136" marB="81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130,455</a:t>
                      </a:r>
                    </a:p>
                  </a:txBody>
                  <a:tcPr marL="16272" marR="16272" marT="8136" marB="81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46.6%</a:t>
                      </a:r>
                    </a:p>
                  </a:txBody>
                  <a:tcPr marL="16272" marR="16272" marT="8136" marB="81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Generating stories, scripts, dialogue, or imaginative text.</a:t>
                      </a:r>
                    </a:p>
                  </a:txBody>
                  <a:tcPr marL="16272" marR="16272" marT="8136" marB="81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103392"/>
                  </a:ext>
                </a:extLst>
              </a:tr>
              <a:tr h="2076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Informational</a:t>
                      </a:r>
                    </a:p>
                  </a:txBody>
                  <a:tcPr marL="16272" marR="16272" marT="8136" marB="81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Casual / Other</a:t>
                      </a:r>
                      <a:endParaRPr lang="en-US" sz="1400" dirty="0"/>
                    </a:p>
                  </a:txBody>
                  <a:tcPr marL="16272" marR="16272" marT="8136" marB="81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54,774</a:t>
                      </a:r>
                    </a:p>
                  </a:txBody>
                  <a:tcPr marL="16272" marR="16272" marT="8136" marB="81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19.6%</a:t>
                      </a:r>
                    </a:p>
                  </a:txBody>
                  <a:tcPr marL="16272" marR="16272" marT="8136" marB="81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General questions, light chat, or uncategorized requests.</a:t>
                      </a:r>
                    </a:p>
                  </a:txBody>
                  <a:tcPr marL="16272" marR="16272" marT="8136" marB="81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8164331"/>
                  </a:ext>
                </a:extLst>
              </a:tr>
              <a:tr h="1598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Informational</a:t>
                      </a:r>
                    </a:p>
                  </a:txBody>
                  <a:tcPr marL="16272" marR="16272" marT="8136" marB="81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Education</a:t>
                      </a:r>
                      <a:endParaRPr lang="en-US" sz="1400"/>
                    </a:p>
                  </a:txBody>
                  <a:tcPr marL="16272" marR="16272" marT="8136" marB="81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50,217</a:t>
                      </a:r>
                    </a:p>
                  </a:txBody>
                  <a:tcPr marL="16272" marR="16272" marT="8136" marB="81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17.9%</a:t>
                      </a:r>
                    </a:p>
                  </a:txBody>
                  <a:tcPr marL="16272" marR="16272" marT="8136" marB="81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Learning concepts, explanations, or study help.</a:t>
                      </a:r>
                    </a:p>
                  </a:txBody>
                  <a:tcPr marL="16272" marR="16272" marT="8136" marB="81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5979751"/>
                  </a:ext>
                </a:extLst>
              </a:tr>
              <a:tr h="2076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Informational</a:t>
                      </a:r>
                    </a:p>
                  </a:txBody>
                  <a:tcPr marL="16272" marR="16272" marT="8136" marB="81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Coding</a:t>
                      </a:r>
                      <a:endParaRPr lang="en-US" sz="1400" dirty="0"/>
                    </a:p>
                  </a:txBody>
                  <a:tcPr marL="16272" marR="16272" marT="8136" marB="81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23,774</a:t>
                      </a:r>
                    </a:p>
                  </a:txBody>
                  <a:tcPr marL="16272" marR="16272" marT="8136" marB="81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8.5%</a:t>
                      </a:r>
                    </a:p>
                  </a:txBody>
                  <a:tcPr marL="16272" marR="16272" marT="8136" marB="81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Writing, debugging, or understanding code or technical systems.</a:t>
                      </a:r>
                    </a:p>
                  </a:txBody>
                  <a:tcPr marL="16272" marR="16272" marT="8136" marB="81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5149096"/>
                  </a:ext>
                </a:extLst>
              </a:tr>
              <a:tr h="1598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Informational</a:t>
                      </a:r>
                    </a:p>
                  </a:txBody>
                  <a:tcPr marL="16272" marR="16272" marT="8136" marB="81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Support</a:t>
                      </a:r>
                      <a:endParaRPr lang="en-US" sz="1400"/>
                    </a:p>
                  </a:txBody>
                  <a:tcPr marL="16272" marR="16272" marT="8136" marB="81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15,260</a:t>
                      </a:r>
                    </a:p>
                  </a:txBody>
                  <a:tcPr marL="16272" marR="16272" marT="8136" marB="81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5.5%</a:t>
                      </a:r>
                    </a:p>
                  </a:txBody>
                  <a:tcPr marL="16272" marR="16272" marT="8136" marB="81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Troubleshooting problems or fixing issues.</a:t>
                      </a:r>
                    </a:p>
                  </a:txBody>
                  <a:tcPr marL="16272" marR="16272" marT="8136" marB="81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9800315"/>
                  </a:ext>
                </a:extLst>
              </a:tr>
              <a:tr h="1598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Commercial Investigation</a:t>
                      </a:r>
                    </a:p>
                  </a:txBody>
                  <a:tcPr marL="16272" marR="16272" marT="8136" marB="81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Product Research</a:t>
                      </a:r>
                      <a:endParaRPr lang="en-US" sz="1400" dirty="0"/>
                    </a:p>
                  </a:txBody>
                  <a:tcPr marL="16272" marR="16272" marT="8136" marB="81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4,112</a:t>
                      </a:r>
                    </a:p>
                  </a:txBody>
                  <a:tcPr marL="16272" marR="16272" marT="8136" marB="81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1.5%</a:t>
                      </a:r>
                    </a:p>
                  </a:txBody>
                  <a:tcPr marL="16272" marR="16272" marT="8136" marB="81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Comparing or evaluating products before purchase.</a:t>
                      </a:r>
                    </a:p>
                  </a:txBody>
                  <a:tcPr marL="16272" marR="16272" marT="8136" marB="81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7874118"/>
                  </a:ext>
                </a:extLst>
              </a:tr>
              <a:tr h="1598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Navigational</a:t>
                      </a:r>
                    </a:p>
                  </a:txBody>
                  <a:tcPr marL="16272" marR="16272" marT="8136" marB="81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Navigational</a:t>
                      </a:r>
                      <a:endParaRPr lang="en-US" sz="1400"/>
                    </a:p>
                  </a:txBody>
                  <a:tcPr marL="16272" marR="16272" marT="8136" marB="81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3,693</a:t>
                      </a:r>
                    </a:p>
                  </a:txBody>
                  <a:tcPr marL="16272" marR="16272" marT="8136" marB="81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1.3%</a:t>
                      </a:r>
                    </a:p>
                  </a:txBody>
                  <a:tcPr marL="16272" marR="16272" marT="8136" marB="81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Finding a specific site, app, or resource.</a:t>
                      </a:r>
                    </a:p>
                  </a:txBody>
                  <a:tcPr marL="16272" marR="16272" marT="8136" marB="81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4167045"/>
                  </a:ext>
                </a:extLst>
              </a:tr>
              <a:tr h="1598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Transactional</a:t>
                      </a:r>
                    </a:p>
                  </a:txBody>
                  <a:tcPr marL="16272" marR="16272" marT="8136" marB="81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Transactional</a:t>
                      </a:r>
                      <a:endParaRPr lang="en-US" sz="1400" dirty="0"/>
                    </a:p>
                  </a:txBody>
                  <a:tcPr marL="16272" marR="16272" marT="8136" marB="81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1,006</a:t>
                      </a:r>
                    </a:p>
                  </a:txBody>
                  <a:tcPr marL="16272" marR="16272" marT="8136" marB="81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0.4%</a:t>
                      </a:r>
                    </a:p>
                  </a:txBody>
                  <a:tcPr marL="16272" marR="16272" marT="8136" marB="81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Completing an action like buying, booking, or registering.</a:t>
                      </a:r>
                    </a:p>
                  </a:txBody>
                  <a:tcPr marL="16272" marR="16272" marT="8136" marB="81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625860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D8BC4F2-857D-1A71-5314-3F25DA6511EB}"/>
              </a:ext>
            </a:extLst>
          </p:cNvPr>
          <p:cNvSpPr txBox="1"/>
          <p:nvPr/>
        </p:nvSpPr>
        <p:spPr>
          <a:xfrm>
            <a:off x="274320" y="777240"/>
            <a:ext cx="1165280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After classifying conversations into high-level intent categories, we further segment the dataset into subcategories to understand how users actually use AI. The percentages shown are calculated from a base of approximately </a:t>
            </a:r>
            <a:r>
              <a:rPr lang="en-US" sz="1600" b="1" dirty="0"/>
              <a:t>280K English conversations</a:t>
            </a:r>
            <a:r>
              <a:rPr lang="en-US" sz="1600" dirty="0"/>
              <a:t>, which provides the foundation for this distribution analysis.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379FF6-FE05-D7D3-76F5-F4AEA5AEACFA}"/>
              </a:ext>
            </a:extLst>
          </p:cNvPr>
          <p:cNvSpPr txBox="1"/>
          <p:nvPr/>
        </p:nvSpPr>
        <p:spPr>
          <a:xfrm>
            <a:off x="274320" y="4646430"/>
            <a:ext cx="11739004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lang="en-US" sz="1600" b="1" dirty="0"/>
              <a:t>Key Insights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Creative writing is the single largest use case (130K+)</a:t>
            </a:r>
            <a:r>
              <a:rPr lang="en-US" sz="1600" dirty="0"/>
              <a:t>, showing strong demand for generative content.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Technical + learning intents</a:t>
            </a:r>
            <a:r>
              <a:rPr lang="en-US" sz="1600" dirty="0"/>
              <a:t> (coding, education, support) together account for a major share, reinforcing AI’s role as a productivity and knowledge tool.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Commercial and transactional queries are rare (&lt;2%)</a:t>
            </a:r>
            <a:r>
              <a:rPr lang="en-US" sz="1600" dirty="0"/>
              <a:t>, indicating monetizable intent is a small but high-value segment.</a:t>
            </a:r>
          </a:p>
        </p:txBody>
      </p:sp>
    </p:spTree>
    <p:extLst>
      <p:ext uri="{BB962C8B-B14F-4D97-AF65-F5344CB8AC3E}">
        <p14:creationId xmlns:p14="http://schemas.microsoft.com/office/powerpoint/2010/main" val="4166828680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0046CE-FCCA-D95D-FE5B-8186B7F72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High-Intent Queries Drive Disproportionate Brand Engagement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D473AF-1971-7E7E-A206-AB6F82ED73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pPr/>
              <a:t>7</a:t>
            </a:fld>
            <a:endParaRPr lang="uk-U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E2A7AD-93DD-B076-B456-271D89CFE8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43467"/>
            <a:ext cx="5486400" cy="272472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2189DD1-C6B6-5B91-118B-BE632F7577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8408" y="1843467"/>
            <a:ext cx="5486400" cy="2724727"/>
          </a:xfrm>
          <a:prstGeom prst="rect">
            <a:avLst/>
          </a:prstGeom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481F078F-5394-5976-2917-F2EBD4D4C075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274318" y="777240"/>
            <a:ext cx="11650170" cy="1154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dirty="0"/>
              <a:t>Commercial and transactional queries make up only ~2% of conversations but carry disproportionately high business value, as they reflect users closer to conversion and actively evaluating decisions that can drive purchases or sign-ups. In the following analysis, we compare </a:t>
            </a:r>
            <a:r>
              <a:rPr lang="en-US" b="1" dirty="0"/>
              <a:t>commercial</a:t>
            </a:r>
            <a:r>
              <a:rPr lang="en-US" dirty="0"/>
              <a:t>, </a:t>
            </a:r>
            <a:r>
              <a:rPr lang="en-US" b="1" dirty="0"/>
              <a:t>transactional</a:t>
            </a:r>
            <a:r>
              <a:rPr lang="en-US" dirty="0"/>
              <a:t>, and </a:t>
            </a:r>
            <a:r>
              <a:rPr lang="en-US" b="1" dirty="0"/>
              <a:t>informational (education)</a:t>
            </a:r>
            <a:r>
              <a:rPr lang="en-US" dirty="0"/>
              <a:t> intents to quantify these differences.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23990B-6E27-C14B-BAEE-174943239240}"/>
              </a:ext>
            </a:extLst>
          </p:cNvPr>
          <p:cNvSpPr txBox="1"/>
          <p:nvPr/>
        </p:nvSpPr>
        <p:spPr>
          <a:xfrm>
            <a:off x="269327" y="6221023"/>
            <a:ext cx="1165016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200" dirty="0">
                <a:latin typeface="Arial" panose="020B0604020202020204" pitchFamily="34" charset="0"/>
              </a:rPr>
              <a:t>*</a:t>
            </a:r>
            <a:r>
              <a:rPr lang="en-US" altLang="en-US" sz="1200" b="1" dirty="0">
                <a:latin typeface="Arial" panose="020B0604020202020204" pitchFamily="34" charset="0"/>
              </a:rPr>
              <a:t>Brand mention rate</a:t>
            </a:r>
            <a:r>
              <a:rPr lang="en-US" altLang="en-US" sz="1200" dirty="0">
                <a:latin typeface="Arial" panose="020B0604020202020204" pitchFamily="34" charset="0"/>
              </a:rPr>
              <a:t>: defined as the percentage of conversations where a brand name, entity name or similar is mentioned.</a:t>
            </a:r>
            <a:endParaRPr 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B5E839-41B9-8F2B-5DBE-194A5FABC98D}"/>
              </a:ext>
            </a:extLst>
          </p:cNvPr>
          <p:cNvSpPr txBox="1"/>
          <p:nvPr/>
        </p:nvSpPr>
        <p:spPr>
          <a:xfrm>
            <a:off x="278008" y="4769444"/>
            <a:ext cx="1165016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Commercial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investigation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(55.7%)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transactional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(51.0%)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conversations show the </a:t>
            </a:r>
            <a:r>
              <a:rPr lang="en-US" altLang="en-US" sz="1600" dirty="0">
                <a:latin typeface="Arial" panose="020B0604020202020204" pitchFamily="34" charset="0"/>
              </a:rPr>
              <a:t>highest </a:t>
            </a:r>
            <a:r>
              <a:rPr lang="en-US" altLang="en-US" sz="1600" b="1" dirty="0">
                <a:latin typeface="Arial" panose="020B0604020202020204" pitchFamily="34" charset="0"/>
              </a:rPr>
              <a:t>brand mention rates*</a:t>
            </a:r>
            <a:r>
              <a:rPr lang="en-US" altLang="en-US" sz="1600" dirty="0">
                <a:latin typeface="Arial" panose="020B0604020202020204" pitchFamily="34" charset="0"/>
              </a:rPr>
              <a:t>,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indicating strong brand relevance when users are closer to decision-making.</a:t>
            </a:r>
          </a:p>
          <a:p>
            <a:pPr marL="285750" indent="-285750"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 comparison, informational conversations (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education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subset: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22.7%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computed based on a sampled 5000 conversations) mention brands far less often, suggesting earlier-stage or exploratory user intent.</a:t>
            </a:r>
          </a:p>
        </p:txBody>
      </p:sp>
    </p:spTree>
    <p:extLst>
      <p:ext uri="{BB962C8B-B14F-4D97-AF65-F5344CB8AC3E}">
        <p14:creationId xmlns:p14="http://schemas.microsoft.com/office/powerpoint/2010/main" val="488401282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9A39A-E859-AFBE-0E3C-AF8259E47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24DCA-1AB4-642D-BEB6-4CFB46265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Business vertical study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9E8898-2585-C956-CF7E-3E4B261A15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pPr/>
              <a:t>8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37601360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06683DB-ED37-79F4-3434-F026FEA15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Industry Vertical Distribution Across Intent Types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B6ADE5-8B17-26EF-AE1A-33954EA176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pPr/>
              <a:t>9</a:t>
            </a:fld>
            <a:endParaRPr lang="uk-UA"/>
          </a:p>
        </p:txBody>
      </p:sp>
      <p:pic>
        <p:nvPicPr>
          <p:cNvPr id="7" name="Picture 6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5BB04B57-69F9-0CCB-D467-BDB286D75F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1520" y="3314261"/>
            <a:ext cx="3767329" cy="3200400"/>
          </a:xfrm>
          <a:prstGeom prst="rect">
            <a:avLst/>
          </a:prstGeom>
        </p:spPr>
      </p:pic>
      <p:pic>
        <p:nvPicPr>
          <p:cNvPr id="9" name="Picture 8" descr="A graph of a number of bars&#10;&#10;AI-generated content may be incorrect.">
            <a:extLst>
              <a:ext uri="{FF2B5EF4-FFF2-40B4-BE49-F238E27FC236}">
                <a16:creationId xmlns:a16="http://schemas.microsoft.com/office/drawing/2014/main" id="{DDB8AE23-4F43-14D7-B767-D01297EDA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7248" y="3314261"/>
            <a:ext cx="3337560" cy="3200400"/>
          </a:xfrm>
          <a:prstGeom prst="rect">
            <a:avLst/>
          </a:prstGeom>
        </p:spPr>
      </p:pic>
      <p:pic>
        <p:nvPicPr>
          <p:cNvPr id="11" name="Picture 10" descr="A bar graph with text&#10;&#10;AI-generated content may be incorrect.">
            <a:extLst>
              <a:ext uri="{FF2B5EF4-FFF2-40B4-BE49-F238E27FC236}">
                <a16:creationId xmlns:a16="http://schemas.microsoft.com/office/drawing/2014/main" id="{58E62EED-231A-242D-1E30-B1E09B8C3E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260" y="3314261"/>
            <a:ext cx="3291840" cy="32004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121EEE-484D-24FB-8F15-8554A44B574D}"/>
              </a:ext>
            </a:extLst>
          </p:cNvPr>
          <p:cNvSpPr txBox="1"/>
          <p:nvPr/>
        </p:nvSpPr>
        <p:spPr>
          <a:xfrm>
            <a:off x="9637986" y="3037262"/>
            <a:ext cx="21125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914217"/>
            <a:r>
              <a:rPr lang="en-US" sz="1200" kern="0" dirty="0">
                <a:solidFill>
                  <a:schemeClr val="accent1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Helvetica Neue"/>
              </a:rPr>
              <a:t>Education sub-category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068F3A-F7DC-F752-669E-7FEF136064A7}"/>
              </a:ext>
            </a:extLst>
          </p:cNvPr>
          <p:cNvSpPr txBox="1"/>
          <p:nvPr/>
        </p:nvSpPr>
        <p:spPr>
          <a:xfrm>
            <a:off x="1560510" y="3037262"/>
            <a:ext cx="21125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914217"/>
            <a:r>
              <a:rPr lang="en-US" sz="1200" kern="0" dirty="0">
                <a:solidFill>
                  <a:schemeClr val="accent1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Helvetica Neue"/>
              </a:rPr>
              <a:t>Transactional category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A67738-BC65-A3A6-1A36-91576F1DFFEB}"/>
              </a:ext>
            </a:extLst>
          </p:cNvPr>
          <p:cNvSpPr txBox="1"/>
          <p:nvPr/>
        </p:nvSpPr>
        <p:spPr>
          <a:xfrm>
            <a:off x="5661388" y="3037262"/>
            <a:ext cx="21125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914217"/>
            <a:r>
              <a:rPr lang="en-US" sz="1200" kern="0" dirty="0">
                <a:solidFill>
                  <a:schemeClr val="accent1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Helvetica Neue"/>
              </a:rPr>
              <a:t>Commercial category</a:t>
            </a:r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0FDDB49C-0379-1AA1-7DA7-8D8C58087B56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274638" y="750510"/>
            <a:ext cx="11650170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Technology consistently ranks among the top verticals across all intent types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reinforcing it as the most active domain for both research and action-oriented queries.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Commercial investigation queries are concentrated in product-driven verticals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such as technology and shopping, aligning with earlier findings that these intents reflect users evaluating purchase decisions.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Transactional queries show a broader vertical spread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(finance, health, travel, education), suggesting real-world action intent spans multiple industries rather than being confined to retail.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Informational (education-focused) conversations skew toward knowledge-heavy domains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like education, technology, and health, confirming that most AI usage today is still learning- and problem-solving–oriented.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Compared with volume-dominant informational traffic,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high-intent categories reveal clearer industry signals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making them more actionable for business and monetization analysis.</a:t>
            </a:r>
          </a:p>
        </p:txBody>
      </p:sp>
    </p:spTree>
    <p:extLst>
      <p:ext uri="{BB962C8B-B14F-4D97-AF65-F5344CB8AC3E}">
        <p14:creationId xmlns:p14="http://schemas.microsoft.com/office/powerpoint/2010/main" val="1372929251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1F059C6-0B71-6C30-FE1B-B3F45FD9D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Estimated Deal Value by Industry Vertical Across Intent Types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21F168-D352-C0B9-70FB-92F7002952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pPr/>
              <a:t>10</a:t>
            </a:fld>
            <a:endParaRPr lang="uk-UA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B50FCB-1531-17C5-09D6-E99600819FDC}"/>
              </a:ext>
            </a:extLst>
          </p:cNvPr>
          <p:cNvSpPr txBox="1"/>
          <p:nvPr/>
        </p:nvSpPr>
        <p:spPr>
          <a:xfrm>
            <a:off x="9438290" y="2698874"/>
            <a:ext cx="21125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914217"/>
            <a:r>
              <a:rPr lang="en-US" sz="1200" kern="0" dirty="0">
                <a:solidFill>
                  <a:schemeClr val="accent1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Helvetica Neue"/>
              </a:rPr>
              <a:t>Education sub-category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8DA060-86D8-927B-E3E7-DFD65015E7DA}"/>
              </a:ext>
            </a:extLst>
          </p:cNvPr>
          <p:cNvSpPr txBox="1"/>
          <p:nvPr/>
        </p:nvSpPr>
        <p:spPr>
          <a:xfrm>
            <a:off x="1360814" y="2698874"/>
            <a:ext cx="21125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914217"/>
            <a:r>
              <a:rPr lang="en-US" sz="1200" kern="0" dirty="0">
                <a:solidFill>
                  <a:schemeClr val="accent1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Helvetica Neue"/>
              </a:rPr>
              <a:t>Transactional category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A80B64-785C-4EC6-E0CA-4674CD4BB3CC}"/>
              </a:ext>
            </a:extLst>
          </p:cNvPr>
          <p:cNvSpPr txBox="1"/>
          <p:nvPr/>
        </p:nvSpPr>
        <p:spPr>
          <a:xfrm>
            <a:off x="5461692" y="2698874"/>
            <a:ext cx="21125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914217"/>
            <a:r>
              <a:rPr lang="en-US" sz="1200" kern="0" dirty="0">
                <a:solidFill>
                  <a:schemeClr val="accent1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Helvetica Neue"/>
              </a:rPr>
              <a:t>Commercial category</a:t>
            </a:r>
          </a:p>
        </p:txBody>
      </p:sp>
      <p:pic>
        <p:nvPicPr>
          <p:cNvPr id="15" name="Picture 14" descr="A graph with blue and white squares&#10;&#10;AI-generated content may be incorrect.">
            <a:extLst>
              <a:ext uri="{FF2B5EF4-FFF2-40B4-BE49-F238E27FC236}">
                <a16:creationId xmlns:a16="http://schemas.microsoft.com/office/drawing/2014/main" id="{E6E93AFC-AE97-22D5-9F8A-CD2C790D99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4180" y="3050629"/>
            <a:ext cx="3704761" cy="3200400"/>
          </a:xfrm>
          <a:prstGeom prst="rect">
            <a:avLst/>
          </a:prstGeom>
        </p:spPr>
      </p:pic>
      <p:pic>
        <p:nvPicPr>
          <p:cNvPr id="17" name="Picture 16" descr="A graph with blue and white squares&#10;&#10;AI-generated content may be incorrect.">
            <a:extLst>
              <a:ext uri="{FF2B5EF4-FFF2-40B4-BE49-F238E27FC236}">
                <a16:creationId xmlns:a16="http://schemas.microsoft.com/office/drawing/2014/main" id="{EF2E1E01-2EEE-382A-DBBF-1B7D83E108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6025" y="3050629"/>
            <a:ext cx="3328783" cy="3200400"/>
          </a:xfrm>
          <a:prstGeom prst="rect">
            <a:avLst/>
          </a:prstGeom>
        </p:spPr>
      </p:pic>
      <p:pic>
        <p:nvPicPr>
          <p:cNvPr id="19" name="Picture 18" descr="A graph of a graph with blue and black squares&#10;&#10;AI-generated content may be incorrect.">
            <a:extLst>
              <a:ext uri="{FF2B5EF4-FFF2-40B4-BE49-F238E27FC236}">
                <a16:creationId xmlns:a16="http://schemas.microsoft.com/office/drawing/2014/main" id="{4D4CADB2-2149-17F9-DFB4-48EB62CDF2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360" y="3050629"/>
            <a:ext cx="3282932" cy="32004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0B1F6E06-6FD0-2BAC-BD09-282A4DE6257E}"/>
              </a:ext>
            </a:extLst>
          </p:cNvPr>
          <p:cNvSpPr txBox="1"/>
          <p:nvPr/>
        </p:nvSpPr>
        <p:spPr>
          <a:xfrm>
            <a:off x="361316" y="6251029"/>
            <a:ext cx="1165048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Deal values are </a:t>
            </a:r>
            <a:r>
              <a:rPr lang="en-US" sz="800" b="1" dirty="0"/>
              <a:t>LLM-estimated</a:t>
            </a:r>
            <a:r>
              <a:rPr lang="en-US" sz="800" dirty="0"/>
              <a:t> based on brands, entities, and products mentioned in conversations. Values are directional rather than exact; some outliers (e.g., aerospace or aviation) may reflect product mentions rather than true purchase intent. Despite noise, the distributions still provide meaningful comparative signals across major consumer and commercial verticals.</a:t>
            </a:r>
          </a:p>
        </p:txBody>
      </p:sp>
      <p:sp>
        <p:nvSpPr>
          <p:cNvPr id="22" name="Rectangle 1">
            <a:extLst>
              <a:ext uri="{FF2B5EF4-FFF2-40B4-BE49-F238E27FC236}">
                <a16:creationId xmlns:a16="http://schemas.microsoft.com/office/drawing/2014/main" id="{F74A37E0-D461-80C5-2660-2096A96DEE90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274320" y="1012701"/>
            <a:ext cx="11650487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buClrTx/>
              <a:buSzTx/>
            </a:pPr>
            <a:r>
              <a:rPr lang="en-US" b="1" dirty="0"/>
              <a:t>Higher intent → higher value:</a:t>
            </a:r>
            <a:r>
              <a:rPr lang="en-US" dirty="0"/>
              <a:t> Commercial and transactional queries generally show larger deal sizes than informational, reinforcing that intent quality drives economic potential.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buClrTx/>
              <a:buSzTx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 monetizable verticals: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Technology, Finance, Real Estate, and Automotive consistently exhibit higher typical values and strong outliers. Considering the query volume,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Technology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clearly the winner.</a:t>
            </a:r>
          </a:p>
          <a:p>
            <a:pPr defTabSz="914400" eaLnBrk="0" fontAlgn="base" hangingPunct="0">
              <a:spcBef>
                <a:spcPct val="0"/>
              </a:spcBef>
              <a:buClrTx/>
              <a:buSzTx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Funnel signal: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Informational queries skew lower-value because they reflect early-stage research, not low-value users.</a:t>
            </a:r>
          </a:p>
        </p:txBody>
      </p:sp>
    </p:spTree>
    <p:extLst>
      <p:ext uri="{BB962C8B-B14F-4D97-AF65-F5344CB8AC3E}">
        <p14:creationId xmlns:p14="http://schemas.microsoft.com/office/powerpoint/2010/main" val="520128920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9D8F3-C6AE-C94A-70C5-F724D5A32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User engagement study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1BF2DA-8731-4EC0-9BC2-52CA931034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pPr/>
              <a:t>11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81786022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682945C-AF41-B657-02AD-F056BE2213D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6637" y="856625"/>
            <a:ext cx="11650488" cy="2215991"/>
          </a:xfrm>
        </p:spPr>
        <p:txBody>
          <a:bodyPr/>
          <a:lstStyle/>
          <a:p>
            <a:r>
              <a:rPr lang="en-US" dirty="0"/>
              <a:t>High-engagement niches may represent </a:t>
            </a:r>
            <a:r>
              <a:rPr lang="en-US" b="1" dirty="0"/>
              <a:t>high-value specialization opportunities</a:t>
            </a:r>
            <a:r>
              <a:rPr lang="en-US" dirty="0"/>
              <a:t>, not just large-volume markets.</a:t>
            </a:r>
          </a:p>
          <a:p>
            <a:r>
              <a:rPr lang="en-US" altLang="en-US" b="1" dirty="0">
                <a:latin typeface="Arial" panose="020B0604020202020204" pitchFamily="34" charset="0"/>
              </a:rPr>
              <a:t>Transactional conversations sustain longer tails</a:t>
            </a:r>
            <a:r>
              <a:rPr lang="en-US" altLang="en-US" dirty="0">
                <a:latin typeface="Arial" panose="020B0604020202020204" pitchFamily="34" charset="0"/>
              </a:rPr>
              <a:t> than informational or commercial, indicating higher engagement when users are action-oriented.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Within transactional: </a:t>
            </a:r>
            <a:r>
              <a:rPr lang="en-US" altLang="en-US" b="1" dirty="0">
                <a:latin typeface="Arial" panose="020B0604020202020204" pitchFamily="34" charset="0"/>
              </a:rPr>
              <a:t>Sports and Automotive show especially strong retention</a:t>
            </a:r>
            <a:r>
              <a:rPr lang="en-US" altLang="en-US" dirty="0">
                <a:latin typeface="Arial" panose="020B0604020202020204" pitchFamily="34" charset="0"/>
              </a:rPr>
              <a:t>, with curves that decay noticeably slower.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However, these segments have </a:t>
            </a:r>
            <a:r>
              <a:rPr lang="en-US" altLang="en-US" b="1" dirty="0">
                <a:latin typeface="Arial" panose="020B0604020202020204" pitchFamily="34" charset="0"/>
              </a:rPr>
              <a:t>mid–low query volume</a:t>
            </a:r>
            <a:r>
              <a:rPr lang="en-US" altLang="en-US" dirty="0">
                <a:latin typeface="Arial" panose="020B0604020202020204" pitchFamily="34" charset="0"/>
              </a:rPr>
              <a:t>, meaning engagement quality is high despite smaller traffic share.</a:t>
            </a:r>
            <a:endParaRPr lang="en-US" dirty="0"/>
          </a:p>
          <a:p>
            <a:r>
              <a:rPr lang="en-US" dirty="0"/>
              <a:t>Further analysis is needed to understand </a:t>
            </a:r>
            <a:r>
              <a:rPr lang="en-US" b="1" dirty="0"/>
              <a:t>why Automotive and Sports users engage longer</a:t>
            </a:r>
            <a:r>
              <a:rPr lang="en-US" dirty="0"/>
              <a:t> (e.g., complexity, decision cost, comparison behavior).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9180F2C-8476-8888-3B94-EB07101CF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Conversation Survival Curves by Vertical: Engagement Depth Across Intents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8390D8-FED1-4A84-AC35-3E4281C7B1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pPr/>
              <a:t>12</a:t>
            </a:fld>
            <a:endParaRPr lang="uk-UA"/>
          </a:p>
        </p:txBody>
      </p:sp>
      <p:pic>
        <p:nvPicPr>
          <p:cNvPr id="6" name="Picture 5" descr="A graph of a graph&#10;&#10;AI-generated content may be incorrect.">
            <a:extLst>
              <a:ext uri="{FF2B5EF4-FFF2-40B4-BE49-F238E27FC236}">
                <a16:creationId xmlns:a16="http://schemas.microsoft.com/office/drawing/2014/main" id="{1694B670-4FA6-A18F-5F6A-BBA0465B66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2168" y="3354244"/>
            <a:ext cx="3904488" cy="3200400"/>
          </a:xfrm>
          <a:prstGeom prst="rect">
            <a:avLst/>
          </a:prstGeom>
        </p:spPr>
      </p:pic>
      <p:pic>
        <p:nvPicPr>
          <p:cNvPr id="8" name="Picture 7" descr="A graph of a graph&#10;&#10;AI-generated content may be incorrect.">
            <a:extLst>
              <a:ext uri="{FF2B5EF4-FFF2-40B4-BE49-F238E27FC236}">
                <a16:creationId xmlns:a16="http://schemas.microsoft.com/office/drawing/2014/main" id="{9A6D9F95-8DDB-CA7E-F51C-B1C0C62CBF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656" y="3354244"/>
            <a:ext cx="3547872" cy="3200400"/>
          </a:xfrm>
          <a:prstGeom prst="rect">
            <a:avLst/>
          </a:prstGeom>
        </p:spPr>
      </p:pic>
      <p:pic>
        <p:nvPicPr>
          <p:cNvPr id="10" name="Picture 9" descr="A graph of a graph of a number of different colored lines&#10;&#10;AI-generated content may be incorrect.">
            <a:extLst>
              <a:ext uri="{FF2B5EF4-FFF2-40B4-BE49-F238E27FC236}">
                <a16:creationId xmlns:a16="http://schemas.microsoft.com/office/drawing/2014/main" id="{548EC776-CD76-D8C6-00D3-3BCC84B32C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560" y="3354244"/>
            <a:ext cx="3538728" cy="3200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8DEC6A7-FEC2-88AC-EE89-73F78820E08C}"/>
              </a:ext>
            </a:extLst>
          </p:cNvPr>
          <p:cNvSpPr txBox="1"/>
          <p:nvPr/>
        </p:nvSpPr>
        <p:spPr>
          <a:xfrm>
            <a:off x="9186041" y="3152001"/>
            <a:ext cx="21125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914217"/>
            <a:r>
              <a:rPr lang="en-US" sz="1200" kern="0" dirty="0">
                <a:solidFill>
                  <a:schemeClr val="accent1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Helvetica Neue"/>
              </a:rPr>
              <a:t>Education sub-category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A5EE64-0B80-61CC-8133-F301244DC840}"/>
              </a:ext>
            </a:extLst>
          </p:cNvPr>
          <p:cNvSpPr txBox="1"/>
          <p:nvPr/>
        </p:nvSpPr>
        <p:spPr>
          <a:xfrm>
            <a:off x="1108565" y="3152001"/>
            <a:ext cx="21125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914217"/>
            <a:r>
              <a:rPr lang="en-US" sz="1200" kern="0" dirty="0">
                <a:solidFill>
                  <a:schemeClr val="accent1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Helvetica Neue"/>
              </a:rPr>
              <a:t>Transactional category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BD9A4F-D481-83D9-5E19-04D0142FF22B}"/>
              </a:ext>
            </a:extLst>
          </p:cNvPr>
          <p:cNvSpPr txBox="1"/>
          <p:nvPr/>
        </p:nvSpPr>
        <p:spPr>
          <a:xfrm>
            <a:off x="5209443" y="3152001"/>
            <a:ext cx="21125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914217"/>
            <a:r>
              <a:rPr lang="en-US" sz="1200" kern="0" dirty="0">
                <a:solidFill>
                  <a:schemeClr val="accent1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Helvetica Neue"/>
              </a:rPr>
              <a:t>Commercial category</a:t>
            </a:r>
          </a:p>
        </p:txBody>
      </p:sp>
    </p:spTree>
    <p:extLst>
      <p:ext uri="{BB962C8B-B14F-4D97-AF65-F5344CB8AC3E}">
        <p14:creationId xmlns:p14="http://schemas.microsoft.com/office/powerpoint/2010/main" val="998101044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FD4C83F-61FF-EACF-A6F4-5876EEEBE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Brand Follow-Up Behavior by Vertical and Intent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F07064-9C70-6CF9-1AB3-7BFF71882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pPr/>
              <a:t>13</a:t>
            </a:fld>
            <a:endParaRPr lang="uk-UA"/>
          </a:p>
        </p:txBody>
      </p:sp>
      <p:pic>
        <p:nvPicPr>
          <p:cNvPr id="6" name="Picture 5" descr="A bar graph with text overlay&#10;&#10;AI-generated content may be incorrect.">
            <a:extLst>
              <a:ext uri="{FF2B5EF4-FFF2-40B4-BE49-F238E27FC236}">
                <a16:creationId xmlns:a16="http://schemas.microsoft.com/office/drawing/2014/main" id="{AD4B128E-A3C6-67E9-1F94-F3FE6224AF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5541" y="3224487"/>
            <a:ext cx="3977640" cy="3200400"/>
          </a:xfrm>
          <a:prstGeom prst="rect">
            <a:avLst/>
          </a:prstGeom>
        </p:spPr>
      </p:pic>
      <p:pic>
        <p:nvPicPr>
          <p:cNvPr id="8" name="Picture 7" descr="A bar graph with blue and white text&#10;&#10;AI-generated content may be incorrect.">
            <a:extLst>
              <a:ext uri="{FF2B5EF4-FFF2-40B4-BE49-F238E27FC236}">
                <a16:creationId xmlns:a16="http://schemas.microsoft.com/office/drawing/2014/main" id="{9CC156AF-DDD0-11BC-5A15-19959B307D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065" y="3224487"/>
            <a:ext cx="3520440" cy="3200400"/>
          </a:xfrm>
          <a:prstGeom prst="rect">
            <a:avLst/>
          </a:prstGeom>
        </p:spPr>
      </p:pic>
      <p:pic>
        <p:nvPicPr>
          <p:cNvPr id="10" name="Picture 9" descr="A bar graph with blue and white bars&#10;&#10;AI-generated content may be incorrect.">
            <a:extLst>
              <a:ext uri="{FF2B5EF4-FFF2-40B4-BE49-F238E27FC236}">
                <a16:creationId xmlns:a16="http://schemas.microsoft.com/office/drawing/2014/main" id="{B8C95909-0493-0A9E-B9DA-6D9924FEC4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224487"/>
            <a:ext cx="3511296" cy="3200400"/>
          </a:xfrm>
          <a:prstGeom prst="rect">
            <a:avLst/>
          </a:prstGeom>
        </p:spPr>
      </p:pic>
      <p:sp>
        <p:nvSpPr>
          <p:cNvPr id="11" name="Rectangle 1">
            <a:extLst>
              <a:ext uri="{FF2B5EF4-FFF2-40B4-BE49-F238E27FC236}">
                <a16:creationId xmlns:a16="http://schemas.microsoft.com/office/drawing/2014/main" id="{3E078422-EA28-2183-0734-5D48DEE7B5E8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274320" y="906997"/>
            <a:ext cx="11652487" cy="2185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conversation counts as a 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brand follow-up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if the assistant mentions a brand and the user references that same brand in their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next message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indicating active engagement or interest. This metric captures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brand responsiveness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not just brand exposure.</a:t>
            </a:r>
          </a:p>
          <a:p>
            <a:pPr defTabSz="914400" eaLnBrk="0" fontAlgn="base" hangingPunct="0">
              <a:spcBef>
                <a:spcPct val="0"/>
              </a:spcBef>
              <a:spcAft>
                <a:spcPts val="300"/>
              </a:spcAft>
              <a:buClrTx/>
              <a:buSzTx/>
            </a:pPr>
            <a:r>
              <a:rPr lang="en-US" altLang="en-US" sz="1400" b="1" dirty="0">
                <a:latin typeface="Arial" panose="020B0604020202020204" pitchFamily="34" charset="0"/>
              </a:rPr>
              <a:t>Technology and Shopping dominate follow-up volume</a:t>
            </a:r>
            <a:r>
              <a:rPr lang="en-US" altLang="en-US" sz="1400" dirty="0">
                <a:latin typeface="Arial" panose="020B0604020202020204" pitchFamily="34" charset="0"/>
              </a:rPr>
              <a:t> across commercial and transactional intents, suggesting strong real-world product consideration.</a:t>
            </a:r>
          </a:p>
          <a:p>
            <a:pPr defTabSz="914400" eaLnBrk="0" fontAlgn="base" hangingPunct="0">
              <a:spcBef>
                <a:spcPct val="0"/>
              </a:spcBef>
              <a:spcAft>
                <a:spcPts val="300"/>
              </a:spcAft>
              <a:buClrTx/>
              <a:buSzTx/>
            </a:pPr>
            <a:r>
              <a:rPr lang="en-US" altLang="en-US" sz="1400" b="1" dirty="0">
                <a:latin typeface="Arial" panose="020B0604020202020204" pitchFamily="34" charset="0"/>
              </a:rPr>
              <a:t>Transactional distribution is more balanced across verticals</a:t>
            </a:r>
            <a:r>
              <a:rPr lang="en-US" altLang="en-US" sz="1400" dirty="0">
                <a:latin typeface="Arial" panose="020B0604020202020204" pitchFamily="34" charset="0"/>
              </a:rPr>
              <a:t>, indicating brand-driven engagement spans multiple industries when users are action-oriented.</a:t>
            </a:r>
          </a:p>
          <a:p>
            <a:pPr defTabSz="914400" eaLnBrk="0" fontAlgn="base" hangingPunct="0">
              <a:spcBef>
                <a:spcPct val="0"/>
              </a:spcBef>
              <a:spcAft>
                <a:spcPts val="300"/>
              </a:spcAft>
              <a:buClrTx/>
              <a:buSzTx/>
            </a:pPr>
            <a:r>
              <a:rPr lang="en-US" altLang="en-US" sz="1400" b="1" dirty="0">
                <a:latin typeface="Arial" panose="020B0604020202020204" pitchFamily="34" charset="0"/>
              </a:rPr>
              <a:t>Gaming shows strong engagement behavior</a:t>
            </a:r>
            <a:r>
              <a:rPr lang="en-US" altLang="en-US" sz="1400" dirty="0">
                <a:latin typeface="Arial" panose="020B0604020202020204" pitchFamily="34" charset="0"/>
              </a:rPr>
              <a:t> (users often continue discussion after brand mention), but prior analysis shows it has </a:t>
            </a:r>
            <a:r>
              <a:rPr lang="en-US" altLang="en-US" sz="1400" b="1" dirty="0">
                <a:latin typeface="Arial" panose="020B0604020202020204" pitchFamily="34" charset="0"/>
              </a:rPr>
              <a:t>low query volume and smaller deal sizes</a:t>
            </a:r>
            <a:r>
              <a:rPr lang="en-US" altLang="en-US" sz="1400" dirty="0">
                <a:latin typeface="Arial" panose="020B0604020202020204" pitchFamily="34" charset="0"/>
              </a:rPr>
              <a:t>, limiting its commercial priority.</a:t>
            </a:r>
          </a:p>
          <a:p>
            <a:pPr defTabSz="914400" eaLnBrk="0" fontAlgn="base" hangingPunct="0">
              <a:spcBef>
                <a:spcPct val="0"/>
              </a:spcBef>
              <a:spcAft>
                <a:spcPts val="300"/>
              </a:spcAft>
              <a:buClrTx/>
              <a:buSzTx/>
            </a:pPr>
            <a:r>
              <a:rPr lang="en-US" altLang="en-US" sz="1400" b="1" dirty="0">
                <a:latin typeface="Arial" panose="020B0604020202020204" pitchFamily="34" charset="0"/>
              </a:rPr>
              <a:t>Education and Health appear consistently across intents</a:t>
            </a:r>
            <a:r>
              <a:rPr lang="en-US" altLang="en-US" sz="1400" dirty="0">
                <a:latin typeface="Arial" panose="020B0604020202020204" pitchFamily="34" charset="0"/>
              </a:rPr>
              <a:t>, implying stable cross-funnel interest rather than isolated spikes.</a:t>
            </a:r>
          </a:p>
        </p:txBody>
      </p:sp>
    </p:spTree>
    <p:extLst>
      <p:ext uri="{BB962C8B-B14F-4D97-AF65-F5344CB8AC3E}">
        <p14:creationId xmlns:p14="http://schemas.microsoft.com/office/powerpoint/2010/main" val="3894854760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46B11-362E-0EAC-CEFB-11AE1C79F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Learnings and next steps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23CAC5-4B5F-4BCA-4CAB-EF26085461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pPr/>
              <a:t>14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26866757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2953303-0AA2-A6DA-0826-9E3AAAE25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Closing Takeaways &amp; Strategic Next Steps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F28AFE-E955-F656-14AE-1192F132DE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pPr/>
              <a:t>15</a:t>
            </a:fld>
            <a:endParaRPr lang="uk-U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C873EB-3550-0371-A0C1-551B94BB6643}"/>
              </a:ext>
            </a:extLst>
          </p:cNvPr>
          <p:cNvSpPr txBox="1"/>
          <p:nvPr/>
        </p:nvSpPr>
        <p:spPr>
          <a:xfrm>
            <a:off x="274320" y="906107"/>
            <a:ext cx="11652805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lang="en-US" sz="1600" b="1" dirty="0"/>
              <a:t>Key Insights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High-intent queries (commercial + transactional)</a:t>
            </a:r>
            <a:r>
              <a:rPr lang="en-US" sz="1600" dirty="0"/>
              <a:t> are rare but deliver disproportionate business value and stronger brand engagement signals.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Technology stands out as the highest-impact vertical</a:t>
            </a:r>
            <a:r>
              <a:rPr lang="en-US" sz="1600" dirty="0"/>
              <a:t> due to its combination of large query volume, strong brand interaction, and high deal-size potential.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Sports and Automotive show unusually deep engagement behavior</a:t>
            </a:r>
            <a:r>
              <a:rPr lang="en-US" sz="1600" dirty="0"/>
              <a:t>, indicating users close to purchase decisions, though current query volume is mid-to-low.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Best ROI targets balance three factors:</a:t>
            </a:r>
            <a:r>
              <a:rPr lang="en-US" sz="1600" dirty="0"/>
              <a:t> engagement depth, query volume, and deal value; Technology and Shopping currently score highest across all.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A019C5-1F2E-436D-0723-48296E63D7AD}"/>
              </a:ext>
            </a:extLst>
          </p:cNvPr>
          <p:cNvSpPr txBox="1"/>
          <p:nvPr/>
        </p:nvSpPr>
        <p:spPr>
          <a:xfrm>
            <a:off x="274319" y="3877134"/>
            <a:ext cx="11640185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lang="en-US" sz="1600" b="1" dirty="0"/>
              <a:t>Learnings &amp; Next Steps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Manual spot-checking was essential for validating patterns and building intuition about conversational behavior.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Current labels rely on an </a:t>
            </a:r>
            <a:r>
              <a:rPr lang="en-US" sz="1600" b="1" dirty="0"/>
              <a:t>LLM-based pipeline, </a:t>
            </a:r>
            <a:r>
              <a:rPr lang="en-US" sz="1600" dirty="0"/>
              <a:t>fast to deploy but costly and susceptible to noise; deeper validation is needed for precise dollar-value estimation.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Technical priority:</a:t>
            </a:r>
            <a:r>
              <a:rPr lang="en-US" sz="1600" dirty="0"/>
              <a:t> develop lightweight embedding-based classifiers for scalable intent and vertical labeling as dataset size grows (LLM labeling will not scale to 100× data).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Strategic priority:</a:t>
            </a:r>
            <a:r>
              <a:rPr lang="en-US" sz="1600" dirty="0"/>
              <a:t> map the full user decision journey and value chain to quantify how conversational signals translate into measurable business impact for Profound customers.</a:t>
            </a:r>
          </a:p>
        </p:txBody>
      </p:sp>
    </p:spTree>
    <p:extLst>
      <p:ext uri="{BB962C8B-B14F-4D97-AF65-F5344CB8AC3E}">
        <p14:creationId xmlns:p14="http://schemas.microsoft.com/office/powerpoint/2010/main" val="3622900669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3.ai Template Light">
  <a:themeElements>
    <a:clrScheme name="Custom 2">
      <a:dk1>
        <a:srgbClr val="1A1A1A"/>
      </a:dk1>
      <a:lt1>
        <a:srgbClr val="FFFFFF"/>
      </a:lt1>
      <a:dk2>
        <a:srgbClr val="1A1A1A"/>
      </a:dk2>
      <a:lt2>
        <a:srgbClr val="FFFFFF"/>
      </a:lt2>
      <a:accent1>
        <a:srgbClr val="1A1A1A"/>
      </a:accent1>
      <a:accent2>
        <a:srgbClr val="8C8C8C"/>
      </a:accent2>
      <a:accent3>
        <a:srgbClr val="06A7E0"/>
      </a:accent3>
      <a:accent4>
        <a:srgbClr val="F79430"/>
      </a:accent4>
      <a:accent5>
        <a:srgbClr val="9CCD6C"/>
      </a:accent5>
      <a:accent6>
        <a:srgbClr val="CBC8C7"/>
      </a:accent6>
      <a:hlink>
        <a:srgbClr val="06A7E0"/>
      </a:hlink>
      <a:folHlink>
        <a:srgbClr val="06A7E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</a:spPr>
      <a:bodyPr vert="horz" wrap="square" lIns="91440" tIns="45708" rIns="0" bIns="45708" numCol="1" rtlCol="0" anchor="ctr" anchorCtr="0" compatLnSpc="1">
        <a:prstTxWarp prst="textNoShape">
          <a:avLst/>
        </a:prstTxWarp>
      </a:bodyPr>
      <a:lstStyle>
        <a:defPPr defTabSz="913916" fontAlgn="base">
          <a:spcBef>
            <a:spcPct val="0"/>
          </a:spcBef>
          <a:spcAft>
            <a:spcPct val="0"/>
          </a:spcAft>
          <a:defRPr sz="1200" dirty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Helvetica Neue" charset="0"/>
            <a:cs typeface="Helvetica Neue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 defTabSz="914217">
          <a:defRPr sz="1600" kern="0" dirty="0">
            <a:solidFill>
              <a:schemeClr val="accent1"/>
            </a:solidFill>
            <a:ea typeface="Helvetica Neue" panose="02000503000000020004" pitchFamily="2" charset="0"/>
            <a:cs typeface="Helvetica Neue" panose="02000503000000020004" pitchFamily="2" charset="0"/>
            <a:sym typeface="Helvetica Neue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3_PPT_Temp" id="{4955A532-881B-2743-A572-06BA4B629E02}" vid="{F05CBC6C-2832-3744-9E08-07B5EB5F92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1DB46EF24857C4582BD41023EC501CB" ma:contentTypeVersion="3" ma:contentTypeDescription="Create a new document." ma:contentTypeScope="" ma:versionID="a0229e9ab6df682f116f5c4e32520a0b">
  <xsd:schema xmlns:xsd="http://www.w3.org/2001/XMLSchema" xmlns:xs="http://www.w3.org/2001/XMLSchema" xmlns:p="http://schemas.microsoft.com/office/2006/metadata/properties" xmlns:ns2="ed688993-7ea0-4131-9e53-d4dd8a5e0689" targetNamespace="http://schemas.microsoft.com/office/2006/metadata/properties" ma:root="true" ma:fieldsID="0d4a0fae47b8783d76c2cc8f6d981118" ns2:_="">
    <xsd:import namespace="ed688993-7ea0-4131-9e53-d4dd8a5e068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688993-7ea0-4131-9e53-d4dd8a5e06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58FDAC0-319D-4A54-8D8E-1D42CB1F800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71DCBB1-3A19-4F9C-9CFA-94F988511A3A}">
  <ds:schemaRefs>
    <ds:schemaRef ds:uri="ed688993-7ea0-4131-9e53-d4dd8a5e068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990F116-B58F-4255-B05B-DA3808E0E5C6}">
  <ds:schemaRefs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ed688993-7ea0-4131-9e53-d4dd8a5e0689"/>
    <ds:schemaRef ds:uri="http://purl.org/dc/terms/"/>
    <ds:schemaRef ds:uri="http://purl.org/dc/dcmitype/"/>
    <ds:schemaRef ds:uri="http://www.w3.org/XML/1998/namespace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C3</Template>
  <TotalTime>1121</TotalTime>
  <Words>1545</Words>
  <Application>Microsoft Macintosh PowerPoint</Application>
  <PresentationFormat>Custom</PresentationFormat>
  <Paragraphs>150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Consolas</vt:lpstr>
      <vt:lpstr>Helvetica Neue</vt:lpstr>
      <vt:lpstr>Segoe UI</vt:lpstr>
      <vt:lpstr>C3.ai Template Light</vt:lpstr>
      <vt:lpstr>Take-home data analysis Business Insight extraction from the WildChat dataset</vt:lpstr>
      <vt:lpstr>Research Roadmap</vt:lpstr>
      <vt:lpstr>WildChat dataset overview</vt:lpstr>
      <vt:lpstr>Intent categorization and analysis</vt:lpstr>
      <vt:lpstr>Understand User Intent Behind AI Conversations</vt:lpstr>
      <vt:lpstr>Detailed Intent Distribution of English Conversations</vt:lpstr>
      <vt:lpstr>High-Intent Queries Drive Disproportionate Brand Engagement</vt:lpstr>
      <vt:lpstr>Business vertical study</vt:lpstr>
      <vt:lpstr>Industry Vertical Distribution Across Intent Types</vt:lpstr>
      <vt:lpstr>Estimated Deal Value by Industry Vertical Across Intent Types</vt:lpstr>
      <vt:lpstr>User engagement study</vt:lpstr>
      <vt:lpstr>Conversation Survival Curves by Vertical: Engagement Depth Across Intents</vt:lpstr>
      <vt:lpstr>Brand Follow-Up Behavior by Vertical and Intent</vt:lpstr>
      <vt:lpstr>Learnings and next steps</vt:lpstr>
      <vt:lpstr>Closing Takeaways &amp; Strategic 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C3.ai Presentation Template</dc:title>
  <dc:subject>&lt;Speech title here&gt;</dc:subject>
  <dc:creator>Qiwei Li</dc:creator>
  <cp:keywords/>
  <dc:description/>
  <cp:lastModifiedBy>Larry Jin</cp:lastModifiedBy>
  <cp:revision>11</cp:revision>
  <cp:lastPrinted>2019-07-31T16:53:28Z</cp:lastPrinted>
  <dcterms:created xsi:type="dcterms:W3CDTF">2024-04-23T20:54:15Z</dcterms:created>
  <dcterms:modified xsi:type="dcterms:W3CDTF">2026-02-22T20:46:46Z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0x010100B1DB46EF24857C4582BD41023EC501CB</vt:lpwstr>
  </property>
  <property fmtid="{D5CDD505-2E9C-101B-9397-08002B2CF9AE}" pid="3" name="Product">
    <vt:lpwstr/>
  </property>
  <property fmtid="{D5CDD505-2E9C-101B-9397-08002B2CF9AE}" pid="4" name="Event1">
    <vt:lpwstr>622;#Unassigned|2c8af875-f38a-40b8-a0a9-056aed3fc8c0</vt:lpwstr>
  </property>
  <property fmtid="{D5CDD505-2E9C-101B-9397-08002B2CF9AE}" pid="5" name="Audience">
    <vt:lpwstr/>
  </property>
  <property fmtid="{D5CDD505-2E9C-101B-9397-08002B2CF9AE}" pid="6" name="Event Venue">
    <vt:lpwstr/>
  </property>
  <property fmtid="{D5CDD505-2E9C-101B-9397-08002B2CF9AE}" pid="7" name="Track">
    <vt:lpwstr/>
  </property>
  <property fmtid="{D5CDD505-2E9C-101B-9397-08002B2CF9AE}" pid="8" name="Event Location">
    <vt:lpwstr/>
  </property>
  <property fmtid="{D5CDD505-2E9C-101B-9397-08002B2CF9AE}" pid="9" name="Campaign">
    <vt:lpwstr/>
  </property>
  <property fmtid="{D5CDD505-2E9C-101B-9397-08002B2CF9AE}" pid="10" name="IsMyDocuments">
    <vt:bool>true</vt:bool>
  </property>
  <property fmtid="{D5CDD505-2E9C-101B-9397-08002B2CF9AE}" pid="11" name="TaxKeyword">
    <vt:lpwstr/>
  </property>
  <property fmtid="{D5CDD505-2E9C-101B-9397-08002B2CF9AE}" pid="12" name="TaxCatchAll">
    <vt:lpwstr/>
  </property>
  <property fmtid="{D5CDD505-2E9C-101B-9397-08002B2CF9AE}" pid="13" name="TaxKeywordTaxHTField">
    <vt:lpwstr/>
  </property>
  <property fmtid="{D5CDD505-2E9C-101B-9397-08002B2CF9AE}" pid="14" name="MediaServiceImageTags">
    <vt:lpwstr/>
  </property>
</Properties>
</file>